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302" r:id="rId6"/>
    <p:sldId id="295" r:id="rId7"/>
    <p:sldId id="298" r:id="rId8"/>
    <p:sldId id="313" r:id="rId9"/>
    <p:sldId id="310" r:id="rId10"/>
    <p:sldId id="309"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AF29CCD-6670-AA4A-9E85-43266D91E2D2}">
          <p14:sldIdLst>
            <p14:sldId id="256"/>
            <p14:sldId id="302"/>
            <p14:sldId id="295"/>
            <p14:sldId id="298"/>
            <p14:sldId id="313"/>
            <p14:sldId id="310"/>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3C"/>
    <a:srgbClr val="0A8589"/>
    <a:srgbClr val="042C44"/>
    <a:srgbClr val="EA701C"/>
    <a:srgbClr val="212C77"/>
    <a:srgbClr val="69AE2E"/>
    <a:srgbClr val="82C8D2"/>
    <a:srgbClr val="35A037"/>
    <a:srgbClr val="4B92D1"/>
    <a:srgbClr val="8CA2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6327"/>
  </p:normalViewPr>
  <p:slideViewPr>
    <p:cSldViewPr snapToGrid="0">
      <p:cViewPr varScale="1">
        <p:scale>
          <a:sx n="46" d="100"/>
          <a:sy n="46" d="100"/>
        </p:scale>
        <p:origin x="62"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ia Marcela Suarez Ortiz" userId="S::tania.suarez@ansv.gov.co::7b07de00-90e7-426a-a355-390bcf3aee97" providerId="AD" clId="Web-{2C361CA1-AF60-5E0D-CFEC-EFAB80A0863A}"/>
    <pc:docChg chg="mod">
      <pc:chgData name="Tania Marcela Suarez Ortiz" userId="S::tania.suarez@ansv.gov.co::7b07de00-90e7-426a-a355-390bcf3aee97" providerId="AD" clId="Web-{2C361CA1-AF60-5E0D-CFEC-EFAB80A0863A}" dt="2024-09-13T13:22:02.260" v="0" actId="33475"/>
      <pc:docMkLst>
        <pc:docMk/>
      </pc:docMkLst>
    </pc:docChg>
  </pc:docChgLst>
  <pc:docChgLst>
    <pc:chgData name="Usuario invitado" userId="S::urn:spo:anon#ba34ba488bd32f4b98352c437998ba0c523daca2c3447aac5e1bd12d8d90cf52::" providerId="AD" clId="Web-{65FFC38C-271E-F64D-60E7-1766531D21F8}"/>
    <pc:docChg chg="sldOrd">
      <pc:chgData name="Usuario invitado" userId="S::urn:spo:anon#ba34ba488bd32f4b98352c437998ba0c523daca2c3447aac5e1bd12d8d90cf52::" providerId="AD" clId="Web-{65FFC38C-271E-F64D-60E7-1766531D21F8}" dt="2024-07-23T16:21:54.991" v="0"/>
      <pc:docMkLst>
        <pc:docMk/>
      </pc:docMkLst>
      <pc:sldChg chg="ord">
        <pc:chgData name="Usuario invitado" userId="S::urn:spo:anon#ba34ba488bd32f4b98352c437998ba0c523daca2c3447aac5e1bd12d8d90cf52::" providerId="AD" clId="Web-{65FFC38C-271E-F64D-60E7-1766531D21F8}" dt="2024-07-23T16:21:54.991" v="0"/>
        <pc:sldMkLst>
          <pc:docMk/>
          <pc:sldMk cId="1298284864" sldId="29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46C79A-5FAF-9D4C-B469-E7729CEDDD3A}" type="doc">
      <dgm:prSet loTypeId="urn:microsoft.com/office/officeart/2005/8/layout/venn3" loCatId="" qsTypeId="urn:microsoft.com/office/officeart/2005/8/quickstyle/simple2" qsCatId="simple" csTypeId="urn:microsoft.com/office/officeart/2005/8/colors/colorful1" csCatId="colorful" phldr="1"/>
      <dgm:spPr/>
      <dgm:t>
        <a:bodyPr/>
        <a:lstStyle/>
        <a:p>
          <a:endParaRPr lang="es-ES"/>
        </a:p>
      </dgm:t>
    </dgm:pt>
    <dgm:pt modelId="{C8C1F4AC-EE6B-3642-9F2E-2EE8C9CAF011}">
      <dgm:prSet phldrT="[Texto]" custT="1"/>
      <dgm:spPr/>
      <dgm:t>
        <a:bodyPr/>
        <a:lstStyle/>
        <a:p>
          <a:r>
            <a:rPr lang="es-CO" sz="2000" b="1" kern="1200">
              <a:latin typeface="Nunito Sans ExtraBold" pitchFamily="2" charset="0"/>
              <a:ea typeface="+mn-ea"/>
              <a:cs typeface="+mn-cs"/>
            </a:rPr>
            <a:t>Policía Judicial</a:t>
          </a:r>
          <a:endParaRPr lang="es-ES" sz="2000" b="1" kern="1200" dirty="0">
            <a:latin typeface="Nunito Sans ExtraBold" pitchFamily="2" charset="0"/>
            <a:ea typeface="+mn-ea"/>
            <a:cs typeface="+mn-cs"/>
          </a:endParaRPr>
        </a:p>
      </dgm:t>
    </dgm:pt>
    <dgm:pt modelId="{BEAE7D97-EFA4-1342-AFAA-771304ACFB62}" type="parTrans" cxnId="{D75A38F5-3098-D844-AF1C-084D12AAD674}">
      <dgm:prSet/>
      <dgm:spPr/>
      <dgm:t>
        <a:bodyPr/>
        <a:lstStyle/>
        <a:p>
          <a:endParaRPr lang="es-ES"/>
        </a:p>
      </dgm:t>
    </dgm:pt>
    <dgm:pt modelId="{D2B0D529-1B45-544F-A55C-7333B0393B73}" type="sibTrans" cxnId="{D75A38F5-3098-D844-AF1C-084D12AAD674}">
      <dgm:prSet/>
      <dgm:spPr/>
      <dgm:t>
        <a:bodyPr/>
        <a:lstStyle/>
        <a:p>
          <a:endParaRPr lang="es-ES"/>
        </a:p>
      </dgm:t>
    </dgm:pt>
    <dgm:pt modelId="{9B5F89D3-2633-A040-B147-6CE3026DDDDE}">
      <dgm:prSet phldrT="[Texto]" custT="1"/>
      <dgm:spPr/>
      <dgm:t>
        <a:bodyPr/>
        <a:lstStyle/>
        <a:p>
          <a:r>
            <a:rPr lang="es-CO" sz="2000" b="1" kern="1200">
              <a:latin typeface="Nunito Sans ExtraBold" pitchFamily="2" charset="0"/>
              <a:ea typeface="+mn-ea"/>
              <a:cs typeface="+mn-cs"/>
            </a:rPr>
            <a:t>Educativa </a:t>
          </a:r>
          <a:endParaRPr lang="es-ES" sz="2000" b="1" kern="1200" dirty="0">
            <a:latin typeface="Nunito Sans ExtraBold" pitchFamily="2" charset="0"/>
            <a:ea typeface="+mn-ea"/>
            <a:cs typeface="+mn-cs"/>
          </a:endParaRPr>
        </a:p>
      </dgm:t>
    </dgm:pt>
    <dgm:pt modelId="{8F7A99B7-B4FF-BD44-92F5-64A495ECA324}" type="parTrans" cxnId="{B652CA4A-5ADD-3648-99FE-A59C42B440C4}">
      <dgm:prSet/>
      <dgm:spPr/>
      <dgm:t>
        <a:bodyPr/>
        <a:lstStyle/>
        <a:p>
          <a:endParaRPr lang="es-ES"/>
        </a:p>
      </dgm:t>
    </dgm:pt>
    <dgm:pt modelId="{5ACE7C4F-6A9A-C244-983E-6C2B42BEAB7F}" type="sibTrans" cxnId="{B652CA4A-5ADD-3648-99FE-A59C42B440C4}">
      <dgm:prSet/>
      <dgm:spPr/>
      <dgm:t>
        <a:bodyPr/>
        <a:lstStyle/>
        <a:p>
          <a:endParaRPr lang="es-ES"/>
        </a:p>
      </dgm:t>
    </dgm:pt>
    <dgm:pt modelId="{1EF9FBF4-5502-BC46-AC61-8753CFFAEDA0}">
      <dgm:prSet phldrT="[Texto]" custT="1"/>
      <dgm:spPr/>
      <dgm: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Preventiva</a:t>
          </a:r>
          <a:endParaRPr lang="es-ES" sz="2000" b="1" kern="1200" dirty="0">
            <a:latin typeface="Nunito Sans ExtraBold" pitchFamily="2" charset="0"/>
            <a:ea typeface="+mn-ea"/>
            <a:cs typeface="+mn-cs"/>
          </a:endParaRPr>
        </a:p>
      </dgm:t>
    </dgm:pt>
    <dgm:pt modelId="{15852EEF-B57C-8D45-A83C-4BB53A0E5142}" type="parTrans" cxnId="{2828C34F-5124-9746-B24E-A192F4168151}">
      <dgm:prSet/>
      <dgm:spPr/>
      <dgm:t>
        <a:bodyPr/>
        <a:lstStyle/>
        <a:p>
          <a:endParaRPr lang="es-ES"/>
        </a:p>
      </dgm:t>
    </dgm:pt>
    <dgm:pt modelId="{56B1E07B-1A7A-E749-B238-F1A246C5EC5A}" type="sibTrans" cxnId="{2828C34F-5124-9746-B24E-A192F4168151}">
      <dgm:prSet/>
      <dgm:spPr/>
      <dgm:t>
        <a:bodyPr/>
        <a:lstStyle/>
        <a:p>
          <a:endParaRPr lang="es-ES"/>
        </a:p>
      </dgm:t>
    </dgm:pt>
    <dgm:pt modelId="{1F352063-7BE0-494C-B88F-B4C83E04833F}">
      <dgm:prSet phldrT="[Texto]" custT="1"/>
      <dgm:spPr/>
      <dgm: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Solidaridad</a:t>
          </a:r>
          <a:r>
            <a:rPr lang="es-CO" sz="1800" b="1" kern="1200">
              <a:latin typeface="Nunito Sans ExtraBold" pitchFamily="2" charset="0"/>
              <a:ea typeface="+mn-ea"/>
              <a:cs typeface="+mn-cs"/>
            </a:rPr>
            <a:t> </a:t>
          </a:r>
          <a:endParaRPr lang="es-ES" sz="1800" b="1" kern="1200" dirty="0">
            <a:latin typeface="Nunito Sans ExtraBold" pitchFamily="2" charset="0"/>
            <a:ea typeface="+mn-ea"/>
            <a:cs typeface="+mn-cs"/>
          </a:endParaRPr>
        </a:p>
      </dgm:t>
    </dgm:pt>
    <dgm:pt modelId="{089FE50C-63A3-F54E-88A8-8BB09353C058}" type="parTrans" cxnId="{C00D67FA-375D-7043-95EF-6FCE66863B0C}">
      <dgm:prSet/>
      <dgm:spPr/>
      <dgm:t>
        <a:bodyPr/>
        <a:lstStyle/>
        <a:p>
          <a:endParaRPr lang="es-ES"/>
        </a:p>
      </dgm:t>
    </dgm:pt>
    <dgm:pt modelId="{3E7029D6-DE86-EE40-A59B-087E004DF267}" type="sibTrans" cxnId="{C00D67FA-375D-7043-95EF-6FCE66863B0C}">
      <dgm:prSet/>
      <dgm:spPr/>
      <dgm:t>
        <a:bodyPr/>
        <a:lstStyle/>
        <a:p>
          <a:endParaRPr lang="es-ES"/>
        </a:p>
      </dgm:t>
    </dgm:pt>
    <dgm:pt modelId="{18377B6B-41F8-9841-8AF4-9149F529D30D}">
      <dgm:prSet custT="1"/>
      <dgm:spPr/>
      <dgm: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Vigilancia cívica</a:t>
          </a:r>
          <a:endParaRPr lang="es-ES" sz="2000" b="1" kern="1200" dirty="0">
            <a:latin typeface="Nunito Sans ExtraBold" pitchFamily="2" charset="0"/>
            <a:ea typeface="+mn-ea"/>
            <a:cs typeface="+mn-cs"/>
          </a:endParaRPr>
        </a:p>
      </dgm:t>
    </dgm:pt>
    <dgm:pt modelId="{5040BC12-8B10-3B43-9EAA-7BE6320B0D03}" type="parTrans" cxnId="{AA49392A-E089-D74F-972B-7A79932AC48A}">
      <dgm:prSet/>
      <dgm:spPr/>
      <dgm:t>
        <a:bodyPr/>
        <a:lstStyle/>
        <a:p>
          <a:endParaRPr lang="es-ES"/>
        </a:p>
      </dgm:t>
    </dgm:pt>
    <dgm:pt modelId="{F29D7779-BE27-DD40-81EA-C2E01A8D3AB1}" type="sibTrans" cxnId="{AA49392A-E089-D74F-972B-7A79932AC48A}">
      <dgm:prSet/>
      <dgm:spPr/>
      <dgm:t>
        <a:bodyPr/>
        <a:lstStyle/>
        <a:p>
          <a:endParaRPr lang="es-ES"/>
        </a:p>
      </dgm:t>
    </dgm:pt>
    <dgm:pt modelId="{D8B1BF70-C1D3-CE49-B770-14A00933A59E}" type="pres">
      <dgm:prSet presAssocID="{1846C79A-5FAF-9D4C-B469-E7729CEDDD3A}" presName="Name0" presStyleCnt="0">
        <dgm:presLayoutVars>
          <dgm:dir/>
          <dgm:resizeHandles val="exact"/>
        </dgm:presLayoutVars>
      </dgm:prSet>
      <dgm:spPr/>
    </dgm:pt>
    <dgm:pt modelId="{CDA45B2E-27A9-554C-8C0E-770266142CE7}" type="pres">
      <dgm:prSet presAssocID="{C8C1F4AC-EE6B-3642-9F2E-2EE8C9CAF011}" presName="Name5" presStyleLbl="vennNode1" presStyleIdx="0" presStyleCnt="5" custLinFactNeighborY="-2410">
        <dgm:presLayoutVars>
          <dgm:bulletEnabled val="1"/>
        </dgm:presLayoutVars>
      </dgm:prSet>
      <dgm:spPr/>
    </dgm:pt>
    <dgm:pt modelId="{CB0C4842-1265-C544-A059-C0F6FE36BC25}" type="pres">
      <dgm:prSet presAssocID="{D2B0D529-1B45-544F-A55C-7333B0393B73}" presName="space" presStyleCnt="0"/>
      <dgm:spPr/>
    </dgm:pt>
    <dgm:pt modelId="{BE8B350C-0407-694E-BCAE-F4A540529688}" type="pres">
      <dgm:prSet presAssocID="{9B5F89D3-2633-A040-B147-6CE3026DDDDE}" presName="Name5" presStyleLbl="vennNode1" presStyleIdx="1" presStyleCnt="5">
        <dgm:presLayoutVars>
          <dgm:bulletEnabled val="1"/>
        </dgm:presLayoutVars>
      </dgm:prSet>
      <dgm:spPr/>
    </dgm:pt>
    <dgm:pt modelId="{C4AD6DFB-71C1-504D-95FB-E17868AA1DA9}" type="pres">
      <dgm:prSet presAssocID="{5ACE7C4F-6A9A-C244-983E-6C2B42BEAB7F}" presName="space" presStyleCnt="0"/>
      <dgm:spPr/>
    </dgm:pt>
    <dgm:pt modelId="{86D2E0EC-0635-D845-8618-22D100468757}" type="pres">
      <dgm:prSet presAssocID="{1EF9FBF4-5502-BC46-AC61-8753CFFAEDA0}" presName="Name5" presStyleLbl="vennNode1" presStyleIdx="2" presStyleCnt="5">
        <dgm:presLayoutVars>
          <dgm:bulletEnabled val="1"/>
        </dgm:presLayoutVars>
      </dgm:prSet>
      <dgm:spPr/>
    </dgm:pt>
    <dgm:pt modelId="{E3FEE378-EFA3-F64F-B61B-936E466CE42C}" type="pres">
      <dgm:prSet presAssocID="{56B1E07B-1A7A-E749-B238-F1A246C5EC5A}" presName="space" presStyleCnt="0"/>
      <dgm:spPr/>
    </dgm:pt>
    <dgm:pt modelId="{4F1978DF-2CDB-B548-860C-850F31360AC0}" type="pres">
      <dgm:prSet presAssocID="{1F352063-7BE0-494C-B88F-B4C83E04833F}" presName="Name5" presStyleLbl="vennNode1" presStyleIdx="3" presStyleCnt="5" custScaleX="102068">
        <dgm:presLayoutVars>
          <dgm:bulletEnabled val="1"/>
        </dgm:presLayoutVars>
      </dgm:prSet>
      <dgm:spPr/>
    </dgm:pt>
    <dgm:pt modelId="{254EDC2B-9ACE-374E-B5E2-DD3A60FF101A}" type="pres">
      <dgm:prSet presAssocID="{3E7029D6-DE86-EE40-A59B-087E004DF267}" presName="space" presStyleCnt="0"/>
      <dgm:spPr/>
    </dgm:pt>
    <dgm:pt modelId="{8B38707B-82AB-EC4D-A837-1A3028BF9EE1}" type="pres">
      <dgm:prSet presAssocID="{18377B6B-41F8-9841-8AF4-9149F529D30D}" presName="Name5" presStyleLbl="vennNode1" presStyleIdx="4" presStyleCnt="5" custLinFactNeighborX="83749" custLinFactNeighborY="2253">
        <dgm:presLayoutVars>
          <dgm:bulletEnabled val="1"/>
        </dgm:presLayoutVars>
      </dgm:prSet>
      <dgm:spPr/>
    </dgm:pt>
  </dgm:ptLst>
  <dgm:cxnLst>
    <dgm:cxn modelId="{AA49392A-E089-D74F-972B-7A79932AC48A}" srcId="{1846C79A-5FAF-9D4C-B469-E7729CEDDD3A}" destId="{18377B6B-41F8-9841-8AF4-9149F529D30D}" srcOrd="4" destOrd="0" parTransId="{5040BC12-8B10-3B43-9EAA-7BE6320B0D03}" sibTransId="{F29D7779-BE27-DD40-81EA-C2E01A8D3AB1}"/>
    <dgm:cxn modelId="{C413605D-3857-864D-93F0-EF30F91B92F1}" type="presOf" srcId="{1F352063-7BE0-494C-B88F-B4C83E04833F}" destId="{4F1978DF-2CDB-B548-860C-850F31360AC0}" srcOrd="0" destOrd="0" presId="urn:microsoft.com/office/officeart/2005/8/layout/venn3"/>
    <dgm:cxn modelId="{082FCD5D-7B11-9047-A0D8-BFA2F984DBBA}" type="presOf" srcId="{C8C1F4AC-EE6B-3642-9F2E-2EE8C9CAF011}" destId="{CDA45B2E-27A9-554C-8C0E-770266142CE7}" srcOrd="0" destOrd="0" presId="urn:microsoft.com/office/officeart/2005/8/layout/venn3"/>
    <dgm:cxn modelId="{B652CA4A-5ADD-3648-99FE-A59C42B440C4}" srcId="{1846C79A-5FAF-9D4C-B469-E7729CEDDD3A}" destId="{9B5F89D3-2633-A040-B147-6CE3026DDDDE}" srcOrd="1" destOrd="0" parTransId="{8F7A99B7-B4FF-BD44-92F5-64A495ECA324}" sibTransId="{5ACE7C4F-6A9A-C244-983E-6C2B42BEAB7F}"/>
    <dgm:cxn modelId="{3748EF4D-B1D6-744A-8A31-E2D0B3BA86F7}" type="presOf" srcId="{1EF9FBF4-5502-BC46-AC61-8753CFFAEDA0}" destId="{86D2E0EC-0635-D845-8618-22D100468757}" srcOrd="0" destOrd="0" presId="urn:microsoft.com/office/officeart/2005/8/layout/venn3"/>
    <dgm:cxn modelId="{2828C34F-5124-9746-B24E-A192F4168151}" srcId="{1846C79A-5FAF-9D4C-B469-E7729CEDDD3A}" destId="{1EF9FBF4-5502-BC46-AC61-8753CFFAEDA0}" srcOrd="2" destOrd="0" parTransId="{15852EEF-B57C-8D45-A83C-4BB53A0E5142}" sibTransId="{56B1E07B-1A7A-E749-B238-F1A246C5EC5A}"/>
    <dgm:cxn modelId="{329A06C0-3335-974D-BB40-2CBA69C1E52D}" type="presOf" srcId="{9B5F89D3-2633-A040-B147-6CE3026DDDDE}" destId="{BE8B350C-0407-694E-BCAE-F4A540529688}" srcOrd="0" destOrd="0" presId="urn:microsoft.com/office/officeart/2005/8/layout/venn3"/>
    <dgm:cxn modelId="{B48EA5D0-E9AA-C647-91D5-FD8C26914971}" type="presOf" srcId="{18377B6B-41F8-9841-8AF4-9149F529D30D}" destId="{8B38707B-82AB-EC4D-A837-1A3028BF9EE1}" srcOrd="0" destOrd="0" presId="urn:microsoft.com/office/officeart/2005/8/layout/venn3"/>
    <dgm:cxn modelId="{8D8DD0D6-274F-9846-AB5D-058AA91682B8}" type="presOf" srcId="{1846C79A-5FAF-9D4C-B469-E7729CEDDD3A}" destId="{D8B1BF70-C1D3-CE49-B770-14A00933A59E}" srcOrd="0" destOrd="0" presId="urn:microsoft.com/office/officeart/2005/8/layout/venn3"/>
    <dgm:cxn modelId="{D75A38F5-3098-D844-AF1C-084D12AAD674}" srcId="{1846C79A-5FAF-9D4C-B469-E7729CEDDD3A}" destId="{C8C1F4AC-EE6B-3642-9F2E-2EE8C9CAF011}" srcOrd="0" destOrd="0" parTransId="{BEAE7D97-EFA4-1342-AFAA-771304ACFB62}" sibTransId="{D2B0D529-1B45-544F-A55C-7333B0393B73}"/>
    <dgm:cxn modelId="{C00D67FA-375D-7043-95EF-6FCE66863B0C}" srcId="{1846C79A-5FAF-9D4C-B469-E7729CEDDD3A}" destId="{1F352063-7BE0-494C-B88F-B4C83E04833F}" srcOrd="3" destOrd="0" parTransId="{089FE50C-63A3-F54E-88A8-8BB09353C058}" sibTransId="{3E7029D6-DE86-EE40-A59B-087E004DF267}"/>
    <dgm:cxn modelId="{0F683B90-7369-BD43-8C9C-4627E0630737}" type="presParOf" srcId="{D8B1BF70-C1D3-CE49-B770-14A00933A59E}" destId="{CDA45B2E-27A9-554C-8C0E-770266142CE7}" srcOrd="0" destOrd="0" presId="urn:microsoft.com/office/officeart/2005/8/layout/venn3"/>
    <dgm:cxn modelId="{93A2964D-83AB-DB4E-8206-520331B91FB1}" type="presParOf" srcId="{D8B1BF70-C1D3-CE49-B770-14A00933A59E}" destId="{CB0C4842-1265-C544-A059-C0F6FE36BC25}" srcOrd="1" destOrd="0" presId="urn:microsoft.com/office/officeart/2005/8/layout/venn3"/>
    <dgm:cxn modelId="{2896165B-E505-3542-9A4B-DA9C27B934A0}" type="presParOf" srcId="{D8B1BF70-C1D3-CE49-B770-14A00933A59E}" destId="{BE8B350C-0407-694E-BCAE-F4A540529688}" srcOrd="2" destOrd="0" presId="urn:microsoft.com/office/officeart/2005/8/layout/venn3"/>
    <dgm:cxn modelId="{9E4C86D2-B832-7946-9892-C22236C6FB9F}" type="presParOf" srcId="{D8B1BF70-C1D3-CE49-B770-14A00933A59E}" destId="{C4AD6DFB-71C1-504D-95FB-E17868AA1DA9}" srcOrd="3" destOrd="0" presId="urn:microsoft.com/office/officeart/2005/8/layout/venn3"/>
    <dgm:cxn modelId="{C2321D4B-7BB2-8445-B589-C01E61FFFED7}" type="presParOf" srcId="{D8B1BF70-C1D3-CE49-B770-14A00933A59E}" destId="{86D2E0EC-0635-D845-8618-22D100468757}" srcOrd="4" destOrd="0" presId="urn:microsoft.com/office/officeart/2005/8/layout/venn3"/>
    <dgm:cxn modelId="{DBAE7AE6-BF93-9A42-9397-0F4D66984BA9}" type="presParOf" srcId="{D8B1BF70-C1D3-CE49-B770-14A00933A59E}" destId="{E3FEE378-EFA3-F64F-B61B-936E466CE42C}" srcOrd="5" destOrd="0" presId="urn:microsoft.com/office/officeart/2005/8/layout/venn3"/>
    <dgm:cxn modelId="{C755A11D-F9AB-C945-9D00-CC34958F3229}" type="presParOf" srcId="{D8B1BF70-C1D3-CE49-B770-14A00933A59E}" destId="{4F1978DF-2CDB-B548-860C-850F31360AC0}" srcOrd="6" destOrd="0" presId="urn:microsoft.com/office/officeart/2005/8/layout/venn3"/>
    <dgm:cxn modelId="{24E37325-C756-DB4C-BF55-4F01218E307D}" type="presParOf" srcId="{D8B1BF70-C1D3-CE49-B770-14A00933A59E}" destId="{254EDC2B-9ACE-374E-B5E2-DD3A60FF101A}" srcOrd="7" destOrd="0" presId="urn:microsoft.com/office/officeart/2005/8/layout/venn3"/>
    <dgm:cxn modelId="{118022F2-10CF-B546-9D9C-272A28F77DD7}" type="presParOf" srcId="{D8B1BF70-C1D3-CE49-B770-14A00933A59E}" destId="{8B38707B-82AB-EC4D-A837-1A3028BF9EE1}" srcOrd="8"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A45B2E-27A9-554C-8C0E-770266142CE7}">
      <dsp:nvSpPr>
        <dsp:cNvPr id="0" name=""/>
        <dsp:cNvSpPr/>
      </dsp:nvSpPr>
      <dsp:spPr>
        <a:xfrm>
          <a:off x="2308" y="1763797"/>
          <a:ext cx="2307666" cy="2307666"/>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26999" tIns="25400" rIns="126999" bIns="25400" numCol="1" spcCol="1270" anchor="ctr" anchorCtr="0">
          <a:noAutofi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Policía Judicial</a:t>
          </a:r>
          <a:endParaRPr lang="es-ES" sz="2000" b="1" kern="1200" dirty="0">
            <a:latin typeface="Nunito Sans ExtraBold" pitchFamily="2" charset="0"/>
            <a:ea typeface="+mn-ea"/>
            <a:cs typeface="+mn-cs"/>
          </a:endParaRPr>
        </a:p>
      </dsp:txBody>
      <dsp:txXfrm>
        <a:off x="340258" y="2101747"/>
        <a:ext cx="1631766" cy="1631766"/>
      </dsp:txXfrm>
    </dsp:sp>
    <dsp:sp modelId="{BE8B350C-0407-694E-BCAE-F4A540529688}">
      <dsp:nvSpPr>
        <dsp:cNvPr id="0" name=""/>
        <dsp:cNvSpPr/>
      </dsp:nvSpPr>
      <dsp:spPr>
        <a:xfrm>
          <a:off x="1848441" y="1819411"/>
          <a:ext cx="2307666" cy="2307666"/>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26999" tIns="25400" rIns="126999" bIns="25400" numCol="1" spcCol="1270" anchor="ctr" anchorCtr="0">
          <a:noAutofi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Educativa </a:t>
          </a:r>
          <a:endParaRPr lang="es-ES" sz="2000" b="1" kern="1200" dirty="0">
            <a:latin typeface="Nunito Sans ExtraBold" pitchFamily="2" charset="0"/>
            <a:ea typeface="+mn-ea"/>
            <a:cs typeface="+mn-cs"/>
          </a:endParaRPr>
        </a:p>
      </dsp:txBody>
      <dsp:txXfrm>
        <a:off x="2186391" y="2157361"/>
        <a:ext cx="1631766" cy="1631766"/>
      </dsp:txXfrm>
    </dsp:sp>
    <dsp:sp modelId="{86D2E0EC-0635-D845-8618-22D100468757}">
      <dsp:nvSpPr>
        <dsp:cNvPr id="0" name=""/>
        <dsp:cNvSpPr/>
      </dsp:nvSpPr>
      <dsp:spPr>
        <a:xfrm>
          <a:off x="3694574" y="1819411"/>
          <a:ext cx="2307666" cy="2307666"/>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26999" tIns="25400" rIns="126999" bIns="25400" numCol="1" spcCol="1270" anchor="ctr" anchorCtr="0">
          <a:noAutofi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Preventiva</a:t>
          </a:r>
          <a:endParaRPr lang="es-ES" sz="2000" b="1" kern="1200" dirty="0">
            <a:latin typeface="Nunito Sans ExtraBold" pitchFamily="2" charset="0"/>
            <a:ea typeface="+mn-ea"/>
            <a:cs typeface="+mn-cs"/>
          </a:endParaRPr>
        </a:p>
      </dsp:txBody>
      <dsp:txXfrm>
        <a:off x="4032524" y="2157361"/>
        <a:ext cx="1631766" cy="1631766"/>
      </dsp:txXfrm>
    </dsp:sp>
    <dsp:sp modelId="{4F1978DF-2CDB-B548-860C-850F31360AC0}">
      <dsp:nvSpPr>
        <dsp:cNvPr id="0" name=""/>
        <dsp:cNvSpPr/>
      </dsp:nvSpPr>
      <dsp:spPr>
        <a:xfrm>
          <a:off x="5540707" y="1819411"/>
          <a:ext cx="2355388" cy="2307666"/>
        </a:xfrm>
        <a:prstGeom prst="ellipse">
          <a:avLst/>
        </a:prstGeom>
        <a:solidFill>
          <a:schemeClr val="accent5">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26999" tIns="25400" rIns="126999" bIns="25400" numCol="1" spcCol="1270" anchor="ctr" anchorCtr="0">
          <a:noAutofi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Solidaridad</a:t>
          </a:r>
          <a:r>
            <a:rPr lang="es-CO" sz="1800" b="1" kern="1200">
              <a:latin typeface="Nunito Sans ExtraBold" pitchFamily="2" charset="0"/>
              <a:ea typeface="+mn-ea"/>
              <a:cs typeface="+mn-cs"/>
            </a:rPr>
            <a:t> </a:t>
          </a:r>
          <a:endParaRPr lang="es-ES" sz="1800" b="1" kern="1200" dirty="0">
            <a:latin typeface="Nunito Sans ExtraBold" pitchFamily="2" charset="0"/>
            <a:ea typeface="+mn-ea"/>
            <a:cs typeface="+mn-cs"/>
          </a:endParaRPr>
        </a:p>
      </dsp:txBody>
      <dsp:txXfrm>
        <a:off x="5885646" y="2157361"/>
        <a:ext cx="1665510" cy="1631766"/>
      </dsp:txXfrm>
    </dsp:sp>
    <dsp:sp modelId="{8B38707B-82AB-EC4D-A837-1A3028BF9EE1}">
      <dsp:nvSpPr>
        <dsp:cNvPr id="0" name=""/>
        <dsp:cNvSpPr/>
      </dsp:nvSpPr>
      <dsp:spPr>
        <a:xfrm>
          <a:off x="7436870" y="1871403"/>
          <a:ext cx="2307666" cy="2307666"/>
        </a:xfrm>
        <a:prstGeom prst="ellipse">
          <a:avLst/>
        </a:prstGeom>
        <a:solidFill>
          <a:schemeClr val="accent6">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126999" tIns="25400" rIns="126999" bIns="25400" numCol="1" spcCol="1270" anchor="ctr" anchorCtr="0">
          <a:noAutofit/>
        </a:bodyPr>
        <a:lstStyle/>
        <a:p>
          <a:pPr marL="0" lvl="0" indent="0" algn="ctr" defTabSz="889000">
            <a:lnSpc>
              <a:spcPct val="90000"/>
            </a:lnSpc>
            <a:spcBef>
              <a:spcPct val="0"/>
            </a:spcBef>
            <a:spcAft>
              <a:spcPct val="35000"/>
            </a:spcAft>
            <a:buNone/>
          </a:pPr>
          <a:r>
            <a:rPr lang="es-CO" sz="2000" b="1" kern="1200">
              <a:latin typeface="Nunito Sans ExtraBold" pitchFamily="2" charset="0"/>
              <a:ea typeface="+mn-ea"/>
              <a:cs typeface="+mn-cs"/>
            </a:rPr>
            <a:t>Vigilancia cívica</a:t>
          </a:r>
          <a:endParaRPr lang="es-ES" sz="2000" b="1" kern="1200" dirty="0">
            <a:latin typeface="Nunito Sans ExtraBold" pitchFamily="2" charset="0"/>
            <a:ea typeface="+mn-ea"/>
            <a:cs typeface="+mn-cs"/>
          </a:endParaRPr>
        </a:p>
      </dsp:txBody>
      <dsp:txXfrm>
        <a:off x="7774820" y="2209353"/>
        <a:ext cx="1631766" cy="1631766"/>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60A32-1586-46DB-9F94-323504CD900F}" type="datetimeFigureOut">
              <a:rPr lang="es-CO" smtClean="0"/>
              <a:t>13/09/2024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1AA613-92EC-4701-947C-0DC86FC53E54}" type="slidenum">
              <a:rPr lang="es-CO" smtClean="0"/>
              <a:t>‹Nº›</a:t>
            </a:fld>
            <a:endParaRPr lang="es-CO"/>
          </a:p>
        </p:txBody>
      </p:sp>
    </p:spTree>
    <p:extLst>
      <p:ext uri="{BB962C8B-B14F-4D97-AF65-F5344CB8AC3E}">
        <p14:creationId xmlns:p14="http://schemas.microsoft.com/office/powerpoint/2010/main" val="4121402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164667-C21E-EE3C-5C2B-E48E142B8C25}"/>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CO"/>
          </a:p>
        </p:txBody>
      </p:sp>
      <p:sp>
        <p:nvSpPr>
          <p:cNvPr id="3" name="Subtítulo 2">
            <a:extLst>
              <a:ext uri="{FF2B5EF4-FFF2-40B4-BE49-F238E27FC236}">
                <a16:creationId xmlns:a16="http://schemas.microsoft.com/office/drawing/2014/main" id="{B0BED777-E17A-810A-AF6E-DAF4A8C647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CO"/>
          </a:p>
        </p:txBody>
      </p:sp>
      <p:sp>
        <p:nvSpPr>
          <p:cNvPr id="4" name="Marcador de fecha 3">
            <a:extLst>
              <a:ext uri="{FF2B5EF4-FFF2-40B4-BE49-F238E27FC236}">
                <a16:creationId xmlns:a16="http://schemas.microsoft.com/office/drawing/2014/main" id="{0EDEF531-DDB4-9A1A-52CB-5FA671BE343D}"/>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E1ED2994-B1B0-D8CB-CDBA-A12484008FD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0D4BFD7-F8E9-8E84-59BD-6C603AA00FED}"/>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122190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6C9B94-5F27-576C-CA5C-03776D97B5ED}"/>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98CF9ECD-2115-756F-CB30-633C396A4C2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900A6178-C2D6-C7DD-C6F3-0B11077A4477}"/>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05FF539E-5739-F701-38AE-7CF495BDF14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7075E75-15C6-0427-A9C4-6136309279BA}"/>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323476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41FB5-2C74-4EC3-E5C0-2E05B866042C}"/>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389A13A9-5F25-7A2F-4C0A-D1FF7C37F7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82DCB142-CE85-5A04-D74E-E9D12A72EF89}"/>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9F1A1157-98F5-BAB6-BB2E-4187561D14D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4A3062-730C-E1E9-74A9-E8278FADFEF1}"/>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3283474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C9BA64-D303-2269-A35B-4789C5EC5669}"/>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F0189D6B-3B4F-F29B-CC12-D55E939C07D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contenido 3">
            <a:extLst>
              <a:ext uri="{FF2B5EF4-FFF2-40B4-BE49-F238E27FC236}">
                <a16:creationId xmlns:a16="http://schemas.microsoft.com/office/drawing/2014/main" id="{371A831F-5A64-73EB-9535-B3943DE307C5}"/>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fecha 4">
            <a:extLst>
              <a:ext uri="{FF2B5EF4-FFF2-40B4-BE49-F238E27FC236}">
                <a16:creationId xmlns:a16="http://schemas.microsoft.com/office/drawing/2014/main" id="{F126774A-FD32-B9F2-3B9E-91AECBE4B003}"/>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6" name="Marcador de pie de página 5">
            <a:extLst>
              <a:ext uri="{FF2B5EF4-FFF2-40B4-BE49-F238E27FC236}">
                <a16:creationId xmlns:a16="http://schemas.microsoft.com/office/drawing/2014/main" id="{F9864099-E4E7-4A41-E112-FAAF15014FF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BEF12FA-AEE7-2AAE-1E6A-A892F6B92D0F}"/>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77325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A94FB-B50D-D7F9-B8D1-D4132B34AE06}"/>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940C015A-F963-82E7-D570-5E78BE8947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934BF0C9-C60F-8BC8-927D-443736795D91}"/>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5" name="Marcador de texto 4">
            <a:extLst>
              <a:ext uri="{FF2B5EF4-FFF2-40B4-BE49-F238E27FC236}">
                <a16:creationId xmlns:a16="http://schemas.microsoft.com/office/drawing/2014/main" id="{46A8EB92-2F62-D972-74B5-7DAC8D745D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CD52327-02DF-8D80-A257-B2CC7F3EA8DA}"/>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7" name="Marcador de fecha 6">
            <a:extLst>
              <a:ext uri="{FF2B5EF4-FFF2-40B4-BE49-F238E27FC236}">
                <a16:creationId xmlns:a16="http://schemas.microsoft.com/office/drawing/2014/main" id="{A20B4925-2CD1-A99A-2572-8E00AAAE3BA3}"/>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8" name="Marcador de pie de página 7">
            <a:extLst>
              <a:ext uri="{FF2B5EF4-FFF2-40B4-BE49-F238E27FC236}">
                <a16:creationId xmlns:a16="http://schemas.microsoft.com/office/drawing/2014/main" id="{4F6363B2-F1BD-FAF9-2F13-08A36FB63225}"/>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76DC013-ECF3-ACAC-74FE-537FE22EA4DD}"/>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2261263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850100-8F44-1D9A-3F4E-DFE81324DEAF}"/>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fecha 2">
            <a:extLst>
              <a:ext uri="{FF2B5EF4-FFF2-40B4-BE49-F238E27FC236}">
                <a16:creationId xmlns:a16="http://schemas.microsoft.com/office/drawing/2014/main" id="{13FCB48E-1BBA-D7DD-343A-24B205B38832}"/>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4" name="Marcador de pie de página 3">
            <a:extLst>
              <a:ext uri="{FF2B5EF4-FFF2-40B4-BE49-F238E27FC236}">
                <a16:creationId xmlns:a16="http://schemas.microsoft.com/office/drawing/2014/main" id="{E809DEBD-4A40-5F6B-6A4C-E26521864C2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F141FBB-DC96-00B3-B900-03E0696EDFB8}"/>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1679797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13D52B9-09EB-6652-BB46-6310088B5626}"/>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3" name="Marcador de pie de página 2">
            <a:extLst>
              <a:ext uri="{FF2B5EF4-FFF2-40B4-BE49-F238E27FC236}">
                <a16:creationId xmlns:a16="http://schemas.microsoft.com/office/drawing/2014/main" id="{EAAE8D00-27E3-CE46-FAEB-BBB716510DF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0B8094B-FC72-69A5-1E99-67B2D76D8827}"/>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2416297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2432F5-7136-C374-D824-DFB3CA1C1D9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contenido 2">
            <a:extLst>
              <a:ext uri="{FF2B5EF4-FFF2-40B4-BE49-F238E27FC236}">
                <a16:creationId xmlns:a16="http://schemas.microsoft.com/office/drawing/2014/main" id="{2E957148-A18B-46C1-A422-D0AEB65FFE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texto 3">
            <a:extLst>
              <a:ext uri="{FF2B5EF4-FFF2-40B4-BE49-F238E27FC236}">
                <a16:creationId xmlns:a16="http://schemas.microsoft.com/office/drawing/2014/main" id="{56BBB9B4-508B-0710-E737-1FEF1819D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9190769-EB50-08D4-4DC0-0335505E0689}"/>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6" name="Marcador de pie de página 5">
            <a:extLst>
              <a:ext uri="{FF2B5EF4-FFF2-40B4-BE49-F238E27FC236}">
                <a16:creationId xmlns:a16="http://schemas.microsoft.com/office/drawing/2014/main" id="{0761BC01-5262-E0E1-E1C9-A0F04E22BAC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B73A281-C37B-CA4C-B1F9-2CB36716B715}"/>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771039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340A6D-40F3-7035-3325-AE83E931D25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CO"/>
          </a:p>
        </p:txBody>
      </p:sp>
      <p:sp>
        <p:nvSpPr>
          <p:cNvPr id="3" name="Marcador de posición de imagen 2">
            <a:extLst>
              <a:ext uri="{FF2B5EF4-FFF2-40B4-BE49-F238E27FC236}">
                <a16:creationId xmlns:a16="http://schemas.microsoft.com/office/drawing/2014/main" id="{E2A7D9E6-CAB5-4C7D-1B30-20A8388CC1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F0A158BF-FF6E-847D-7E00-B915B20CB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339390A-542E-6DBE-B740-E7FDBBCE6EED}"/>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6" name="Marcador de pie de página 5">
            <a:extLst>
              <a:ext uri="{FF2B5EF4-FFF2-40B4-BE49-F238E27FC236}">
                <a16:creationId xmlns:a16="http://schemas.microsoft.com/office/drawing/2014/main" id="{9B7D9DE0-64E2-8E89-8A15-452E8AA94F2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E475C1F-5491-8C9E-8151-1880521446C1}"/>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187961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F4EC1-9A5D-C203-76EE-ED4DAF203CB0}"/>
              </a:ext>
            </a:extLst>
          </p:cNvPr>
          <p:cNvSpPr>
            <a:spLocks noGrp="1"/>
          </p:cNvSpPr>
          <p:nvPr>
            <p:ph type="title"/>
          </p:nvPr>
        </p:nvSpPr>
        <p:spPr/>
        <p:txBody>
          <a:bodyPr/>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2A7A7F30-1956-B62C-272A-ADC185335CFF}"/>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E5F27784-2A13-DEBA-B7A7-B5648B35FB48}"/>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9C7E5DFF-BAFB-4478-A79E-3627C940E4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E276D13-E0C3-87F7-8BC4-DE19BB4AAA76}"/>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155769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053264E-1F1E-8B7A-0B7F-6674E21A8689}"/>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CO"/>
          </a:p>
        </p:txBody>
      </p:sp>
      <p:sp>
        <p:nvSpPr>
          <p:cNvPr id="3" name="Marcador de texto vertical 2">
            <a:extLst>
              <a:ext uri="{FF2B5EF4-FFF2-40B4-BE49-F238E27FC236}">
                <a16:creationId xmlns:a16="http://schemas.microsoft.com/office/drawing/2014/main" id="{ACC91289-1055-C474-3D7D-6E330117F1DB}"/>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4FE36228-3BC4-C5F3-04FA-86D9A06579D7}"/>
              </a:ext>
            </a:extLst>
          </p:cNvPr>
          <p:cNvSpPr>
            <a:spLocks noGrp="1"/>
          </p:cNvSpPr>
          <p:nvPr>
            <p:ph type="dt" sz="half" idx="10"/>
          </p:nvPr>
        </p:nvSpPr>
        <p:spPr/>
        <p:txBody>
          <a:body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28F34147-CC63-D11E-9D95-4CEEF5A94C1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85551F5-FFA7-F14A-22DF-F76AFD2C1CC2}"/>
              </a:ext>
            </a:extLst>
          </p:cNvPr>
          <p:cNvSpPr>
            <a:spLocks noGrp="1"/>
          </p:cNvSpPr>
          <p:nvPr>
            <p:ph type="sldNum" sz="quarter" idx="12"/>
          </p:nvPr>
        </p:nvSpPr>
        <p:spPr/>
        <p:txBody>
          <a:bodyPr/>
          <a:lstStyle/>
          <a:p>
            <a:fld id="{531269F0-EEA4-0E40-AC05-8F487FE3FC24}" type="slidenum">
              <a:rPr lang="es-CO" smtClean="0"/>
              <a:t>‹Nº›</a:t>
            </a:fld>
            <a:endParaRPr lang="es-CO"/>
          </a:p>
        </p:txBody>
      </p:sp>
    </p:spTree>
    <p:extLst>
      <p:ext uri="{BB962C8B-B14F-4D97-AF65-F5344CB8AC3E}">
        <p14:creationId xmlns:p14="http://schemas.microsoft.com/office/powerpoint/2010/main" val="587799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E22631B-DA93-674A-0E82-DB777DE3AC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O"/>
          </a:p>
        </p:txBody>
      </p:sp>
      <p:sp>
        <p:nvSpPr>
          <p:cNvPr id="3" name="Marcador de texto 2">
            <a:extLst>
              <a:ext uri="{FF2B5EF4-FFF2-40B4-BE49-F238E27FC236}">
                <a16:creationId xmlns:a16="http://schemas.microsoft.com/office/drawing/2014/main" id="{53612A1C-23F5-7C29-563B-BE42ABC9C3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O"/>
          </a:p>
        </p:txBody>
      </p:sp>
      <p:sp>
        <p:nvSpPr>
          <p:cNvPr id="4" name="Marcador de fecha 3">
            <a:extLst>
              <a:ext uri="{FF2B5EF4-FFF2-40B4-BE49-F238E27FC236}">
                <a16:creationId xmlns:a16="http://schemas.microsoft.com/office/drawing/2014/main" id="{6B0A8CD2-0EF6-B1F3-34E8-A39DEC1ED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17883F-3691-C943-9DFF-E681C1DEAD1E}" type="datetimeFigureOut">
              <a:rPr lang="es-CO" smtClean="0"/>
              <a:t>13/09/2024</a:t>
            </a:fld>
            <a:endParaRPr lang="es-CO"/>
          </a:p>
        </p:txBody>
      </p:sp>
      <p:sp>
        <p:nvSpPr>
          <p:cNvPr id="5" name="Marcador de pie de página 4">
            <a:extLst>
              <a:ext uri="{FF2B5EF4-FFF2-40B4-BE49-F238E27FC236}">
                <a16:creationId xmlns:a16="http://schemas.microsoft.com/office/drawing/2014/main" id="{BCD75930-C2D1-7599-DE14-7EC84ED9CA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522243F-E44D-6327-F41A-36D44EED88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1269F0-EEA4-0E40-AC05-8F487FE3FC24}" type="slidenum">
              <a:rPr lang="es-CO" smtClean="0"/>
              <a:t>‹Nº›</a:t>
            </a:fld>
            <a:endParaRPr lang="es-CO"/>
          </a:p>
        </p:txBody>
      </p:sp>
    </p:spTree>
    <p:extLst>
      <p:ext uri="{BB962C8B-B14F-4D97-AF65-F5344CB8AC3E}">
        <p14:creationId xmlns:p14="http://schemas.microsoft.com/office/powerpoint/2010/main" val="2119933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secretariasenado.gov.co/senado/basedoc/ley_1383_2010.html#2"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D4BFCC3-DE14-A4E7-9204-D5BB17B96EAD}"/>
              </a:ext>
            </a:extLst>
          </p:cNvPr>
          <p:cNvSpPr txBox="1"/>
          <p:nvPr/>
        </p:nvSpPr>
        <p:spPr>
          <a:xfrm>
            <a:off x="118754" y="6365174"/>
            <a:ext cx="2719449" cy="369332"/>
          </a:xfrm>
          <a:prstGeom prst="rect">
            <a:avLst/>
          </a:prstGeom>
          <a:noFill/>
        </p:spPr>
        <p:txBody>
          <a:bodyPr wrap="square" rtlCol="0">
            <a:spAutoFit/>
          </a:bodyPr>
          <a:lstStyle/>
          <a:p>
            <a:endParaRPr lang="es-CO" dirty="0"/>
          </a:p>
        </p:txBody>
      </p:sp>
      <p:sp>
        <p:nvSpPr>
          <p:cNvPr id="3" name="Rectángulo 2">
            <a:extLst>
              <a:ext uri="{FF2B5EF4-FFF2-40B4-BE49-F238E27FC236}">
                <a16:creationId xmlns:a16="http://schemas.microsoft.com/office/drawing/2014/main" id="{0612B350-622C-7014-2F96-01E1B140B241}"/>
              </a:ext>
            </a:extLst>
          </p:cNvPr>
          <p:cNvSpPr/>
          <p:nvPr/>
        </p:nvSpPr>
        <p:spPr>
          <a:xfrm>
            <a:off x="118754" y="6457507"/>
            <a:ext cx="1733797" cy="369332"/>
          </a:xfrm>
          <a:prstGeom prst="rect">
            <a:avLst/>
          </a:prstGeom>
          <a:noFill/>
        </p:spPr>
        <p:txBody>
          <a:bodyPr wrap="square" lIns="91440" tIns="45720" rIns="91440" bIns="45720">
            <a:spAutoFit/>
          </a:bodyPr>
          <a:lstStyle/>
          <a:p>
            <a:r>
              <a:rPr lang="es-MX" sz="900" dirty="0">
                <a:ln w="0"/>
                <a:latin typeface="Arial" panose="020B0604020202020204" pitchFamily="34" charset="0"/>
                <a:cs typeface="Arial" panose="020B0604020202020204" pitchFamily="34" charset="0"/>
              </a:rPr>
              <a:t>GCM-FR-005</a:t>
            </a:r>
          </a:p>
          <a:p>
            <a:r>
              <a:rPr lang="es-MX" sz="900" b="0" cap="none" spc="0" dirty="0">
                <a:ln w="0"/>
                <a:solidFill>
                  <a:schemeClr val="tx1"/>
                </a:solidFill>
                <a:latin typeface="Arial" panose="020B0604020202020204" pitchFamily="34" charset="0"/>
                <a:cs typeface="Arial" panose="020B0604020202020204" pitchFamily="34" charset="0"/>
              </a:rPr>
              <a:t>V1 – 23 –may-2023</a:t>
            </a:r>
          </a:p>
        </p:txBody>
      </p:sp>
      <p:pic>
        <p:nvPicPr>
          <p:cNvPr id="5" name="Imagen 4">
            <a:extLst>
              <a:ext uri="{FF2B5EF4-FFF2-40B4-BE49-F238E27FC236}">
                <a16:creationId xmlns:a16="http://schemas.microsoft.com/office/drawing/2014/main" id="{85BC90F9-8947-1AE9-E5F8-756489A6D547}"/>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957302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CuadroTexto 17">
            <a:extLst>
              <a:ext uri="{FF2B5EF4-FFF2-40B4-BE49-F238E27FC236}">
                <a16:creationId xmlns:a16="http://schemas.microsoft.com/office/drawing/2014/main" id="{64ADBD0B-A579-6715-83E5-1E88E1B9C50A}"/>
              </a:ext>
            </a:extLst>
          </p:cNvPr>
          <p:cNvSpPr txBox="1"/>
          <p:nvPr/>
        </p:nvSpPr>
        <p:spPr>
          <a:xfrm>
            <a:off x="4763744" y="6598008"/>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
        <p:nvSpPr>
          <p:cNvPr id="6" name="CuadroTexto 5">
            <a:extLst>
              <a:ext uri="{FF2B5EF4-FFF2-40B4-BE49-F238E27FC236}">
                <a16:creationId xmlns:a16="http://schemas.microsoft.com/office/drawing/2014/main" id="{166A06C8-3388-649B-8712-280A07C41FBB}"/>
              </a:ext>
            </a:extLst>
          </p:cNvPr>
          <p:cNvSpPr txBox="1"/>
          <p:nvPr/>
        </p:nvSpPr>
        <p:spPr>
          <a:xfrm>
            <a:off x="115515" y="6085320"/>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cxnSp>
        <p:nvCxnSpPr>
          <p:cNvPr id="62" name="Google Shape;256;p18">
            <a:extLst>
              <a:ext uri="{FF2B5EF4-FFF2-40B4-BE49-F238E27FC236}">
                <a16:creationId xmlns:a16="http://schemas.microsoft.com/office/drawing/2014/main" id="{7AF236A1-483B-5D66-3E00-103838DCFE0D}"/>
              </a:ext>
            </a:extLst>
          </p:cNvPr>
          <p:cNvCxnSpPr/>
          <p:nvPr/>
        </p:nvCxnSpPr>
        <p:spPr>
          <a:xfrm>
            <a:off x="5216445" y="5785442"/>
            <a:ext cx="507900" cy="0"/>
          </a:xfrm>
          <a:prstGeom prst="straightConnector1">
            <a:avLst/>
          </a:prstGeom>
          <a:noFill/>
          <a:ln w="19050" cap="flat" cmpd="sng">
            <a:solidFill>
              <a:schemeClr val="dk1"/>
            </a:solidFill>
            <a:prstDash val="solid"/>
            <a:round/>
            <a:headEnd type="none" w="med" len="med"/>
            <a:tailEnd type="oval" w="med" len="med"/>
          </a:ln>
        </p:spPr>
      </p:cxnSp>
      <p:sp>
        <p:nvSpPr>
          <p:cNvPr id="63" name="Google Shape;238;p18">
            <a:extLst>
              <a:ext uri="{FF2B5EF4-FFF2-40B4-BE49-F238E27FC236}">
                <a16:creationId xmlns:a16="http://schemas.microsoft.com/office/drawing/2014/main" id="{7FCD5E1B-9B50-6B12-E229-43DC8B9C8C00}"/>
              </a:ext>
            </a:extLst>
          </p:cNvPr>
          <p:cNvSpPr/>
          <p:nvPr/>
        </p:nvSpPr>
        <p:spPr>
          <a:xfrm>
            <a:off x="4506300" y="2098404"/>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Google Shape;239;p18">
            <a:extLst>
              <a:ext uri="{FF2B5EF4-FFF2-40B4-BE49-F238E27FC236}">
                <a16:creationId xmlns:a16="http://schemas.microsoft.com/office/drawing/2014/main" id="{DC13F18A-09C9-6169-B1AB-0BE08B012660}"/>
              </a:ext>
            </a:extLst>
          </p:cNvPr>
          <p:cNvSpPr/>
          <p:nvPr/>
        </p:nvSpPr>
        <p:spPr>
          <a:xfrm>
            <a:off x="4506300" y="3160455"/>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Google Shape;240;p18">
            <a:extLst>
              <a:ext uri="{FF2B5EF4-FFF2-40B4-BE49-F238E27FC236}">
                <a16:creationId xmlns:a16="http://schemas.microsoft.com/office/drawing/2014/main" id="{09E0CEEC-5131-8E86-B0CC-88D403082C39}"/>
              </a:ext>
            </a:extLst>
          </p:cNvPr>
          <p:cNvSpPr/>
          <p:nvPr/>
        </p:nvSpPr>
        <p:spPr>
          <a:xfrm>
            <a:off x="4489862" y="4250219"/>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Google Shape;241;p18">
            <a:extLst>
              <a:ext uri="{FF2B5EF4-FFF2-40B4-BE49-F238E27FC236}">
                <a16:creationId xmlns:a16="http://schemas.microsoft.com/office/drawing/2014/main" id="{A8A418DF-6D38-C17B-480D-B9A39B479C76}"/>
              </a:ext>
            </a:extLst>
          </p:cNvPr>
          <p:cNvSpPr/>
          <p:nvPr/>
        </p:nvSpPr>
        <p:spPr>
          <a:xfrm>
            <a:off x="4478254" y="1066121"/>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67" name="Google Shape;242;p18">
            <a:extLst>
              <a:ext uri="{FF2B5EF4-FFF2-40B4-BE49-F238E27FC236}">
                <a16:creationId xmlns:a16="http://schemas.microsoft.com/office/drawing/2014/main" id="{C18587AD-9297-0262-E989-EE13C5E095FD}"/>
              </a:ext>
            </a:extLst>
          </p:cNvPr>
          <p:cNvCxnSpPr>
            <a:stCxn id="66" idx="2"/>
            <a:endCxn id="75" idx="6"/>
          </p:cNvCxnSpPr>
          <p:nvPr/>
        </p:nvCxnSpPr>
        <p:spPr>
          <a:xfrm flipH="1">
            <a:off x="3126454" y="1482221"/>
            <a:ext cx="1351800" cy="518700"/>
          </a:xfrm>
          <a:prstGeom prst="bentConnector3">
            <a:avLst>
              <a:gd name="adj1" fmla="val 49999"/>
            </a:avLst>
          </a:prstGeom>
          <a:noFill/>
          <a:ln w="19050" cap="flat" cmpd="sng">
            <a:solidFill>
              <a:schemeClr val="dk1"/>
            </a:solidFill>
            <a:prstDash val="solid"/>
            <a:round/>
            <a:headEnd type="none" w="med" len="med"/>
            <a:tailEnd type="none" w="med" len="med"/>
          </a:ln>
        </p:spPr>
      </p:cxnSp>
      <p:cxnSp>
        <p:nvCxnSpPr>
          <p:cNvPr id="68" name="Google Shape;244;p18">
            <a:extLst>
              <a:ext uri="{FF2B5EF4-FFF2-40B4-BE49-F238E27FC236}">
                <a16:creationId xmlns:a16="http://schemas.microsoft.com/office/drawing/2014/main" id="{0389ED2A-03AF-0569-6226-C93083430AC5}"/>
              </a:ext>
            </a:extLst>
          </p:cNvPr>
          <p:cNvCxnSpPr>
            <a:stCxn id="63" idx="2"/>
            <a:endCxn id="76" idx="6"/>
          </p:cNvCxnSpPr>
          <p:nvPr/>
        </p:nvCxnSpPr>
        <p:spPr>
          <a:xfrm rot="10800000" flipV="1">
            <a:off x="3390374" y="2514504"/>
            <a:ext cx="1115927" cy="86090"/>
          </a:xfrm>
          <a:prstGeom prst="bentConnector3">
            <a:avLst>
              <a:gd name="adj1" fmla="val 50000"/>
            </a:avLst>
          </a:prstGeom>
          <a:noFill/>
          <a:ln w="19050" cap="flat" cmpd="sng">
            <a:solidFill>
              <a:schemeClr val="dk1"/>
            </a:solidFill>
            <a:prstDash val="solid"/>
            <a:round/>
            <a:headEnd type="none" w="med" len="med"/>
            <a:tailEnd type="none" w="med" len="med"/>
          </a:ln>
        </p:spPr>
      </p:cxnSp>
      <p:cxnSp>
        <p:nvCxnSpPr>
          <p:cNvPr id="69" name="Google Shape;246;p18">
            <a:extLst>
              <a:ext uri="{FF2B5EF4-FFF2-40B4-BE49-F238E27FC236}">
                <a16:creationId xmlns:a16="http://schemas.microsoft.com/office/drawing/2014/main" id="{F9A9153D-2DAF-9C88-6A1A-05CDEE002136}"/>
              </a:ext>
            </a:extLst>
          </p:cNvPr>
          <p:cNvCxnSpPr>
            <a:stCxn id="64" idx="2"/>
            <a:endCxn id="77" idx="6"/>
          </p:cNvCxnSpPr>
          <p:nvPr/>
        </p:nvCxnSpPr>
        <p:spPr>
          <a:xfrm rot="10800000">
            <a:off x="3421764" y="3236721"/>
            <a:ext cx="1084536" cy="339834"/>
          </a:xfrm>
          <a:prstGeom prst="bentConnector3">
            <a:avLst>
              <a:gd name="adj1" fmla="val 50000"/>
            </a:avLst>
          </a:prstGeom>
          <a:noFill/>
          <a:ln w="19050" cap="flat" cmpd="sng">
            <a:solidFill>
              <a:schemeClr val="dk1"/>
            </a:solidFill>
            <a:prstDash val="solid"/>
            <a:round/>
            <a:headEnd type="none" w="med" len="med"/>
            <a:tailEnd type="none" w="med" len="med"/>
          </a:ln>
        </p:spPr>
      </p:cxnSp>
      <p:cxnSp>
        <p:nvCxnSpPr>
          <p:cNvPr id="70" name="Google Shape;248;p18">
            <a:extLst>
              <a:ext uri="{FF2B5EF4-FFF2-40B4-BE49-F238E27FC236}">
                <a16:creationId xmlns:a16="http://schemas.microsoft.com/office/drawing/2014/main" id="{F1357680-C8C8-81F1-C6D6-6CFC70702772}"/>
              </a:ext>
            </a:extLst>
          </p:cNvPr>
          <p:cNvCxnSpPr>
            <a:cxnSpLocks/>
          </p:cNvCxnSpPr>
          <p:nvPr/>
        </p:nvCxnSpPr>
        <p:spPr>
          <a:xfrm rot="10800000">
            <a:off x="3126455" y="3876871"/>
            <a:ext cx="1285519" cy="817026"/>
          </a:xfrm>
          <a:prstGeom prst="bentConnector3">
            <a:avLst>
              <a:gd name="adj1" fmla="val 50000"/>
            </a:avLst>
          </a:prstGeom>
          <a:noFill/>
          <a:ln w="19050" cap="flat" cmpd="sng">
            <a:solidFill>
              <a:schemeClr val="dk1"/>
            </a:solidFill>
            <a:prstDash val="solid"/>
            <a:round/>
            <a:headEnd type="none" w="med" len="med"/>
            <a:tailEnd type="none" w="med" len="med"/>
          </a:ln>
        </p:spPr>
      </p:cxnSp>
      <p:cxnSp>
        <p:nvCxnSpPr>
          <p:cNvPr id="71" name="Google Shape;250;p18">
            <a:extLst>
              <a:ext uri="{FF2B5EF4-FFF2-40B4-BE49-F238E27FC236}">
                <a16:creationId xmlns:a16="http://schemas.microsoft.com/office/drawing/2014/main" id="{53453A20-FAFC-C439-2FA8-B57F0ED70A8C}"/>
              </a:ext>
            </a:extLst>
          </p:cNvPr>
          <p:cNvCxnSpPr>
            <a:stCxn id="66" idx="6"/>
          </p:cNvCxnSpPr>
          <p:nvPr/>
        </p:nvCxnSpPr>
        <p:spPr>
          <a:xfrm>
            <a:off x="5310454" y="1482221"/>
            <a:ext cx="507900" cy="0"/>
          </a:xfrm>
          <a:prstGeom prst="straightConnector1">
            <a:avLst/>
          </a:prstGeom>
          <a:noFill/>
          <a:ln w="19050" cap="flat" cmpd="sng">
            <a:solidFill>
              <a:schemeClr val="dk1"/>
            </a:solidFill>
            <a:prstDash val="solid"/>
            <a:round/>
            <a:headEnd type="none" w="med" len="med"/>
            <a:tailEnd type="oval" w="med" len="med"/>
          </a:ln>
        </p:spPr>
      </p:cxnSp>
      <p:cxnSp>
        <p:nvCxnSpPr>
          <p:cNvPr id="72" name="Google Shape;252;p18">
            <a:extLst>
              <a:ext uri="{FF2B5EF4-FFF2-40B4-BE49-F238E27FC236}">
                <a16:creationId xmlns:a16="http://schemas.microsoft.com/office/drawing/2014/main" id="{3936BA32-5176-5D61-C252-D9408BCE124F}"/>
              </a:ext>
            </a:extLst>
          </p:cNvPr>
          <p:cNvCxnSpPr>
            <a:stCxn id="63" idx="6"/>
          </p:cNvCxnSpPr>
          <p:nvPr/>
        </p:nvCxnSpPr>
        <p:spPr>
          <a:xfrm>
            <a:off x="5338500" y="2514504"/>
            <a:ext cx="507900" cy="0"/>
          </a:xfrm>
          <a:prstGeom prst="straightConnector1">
            <a:avLst/>
          </a:prstGeom>
          <a:noFill/>
          <a:ln w="19050" cap="flat" cmpd="sng">
            <a:solidFill>
              <a:schemeClr val="dk1"/>
            </a:solidFill>
            <a:prstDash val="solid"/>
            <a:round/>
            <a:headEnd type="none" w="med" len="med"/>
            <a:tailEnd type="oval" w="med" len="med"/>
          </a:ln>
        </p:spPr>
      </p:cxnSp>
      <p:cxnSp>
        <p:nvCxnSpPr>
          <p:cNvPr id="73" name="Google Shape;254;p18">
            <a:extLst>
              <a:ext uri="{FF2B5EF4-FFF2-40B4-BE49-F238E27FC236}">
                <a16:creationId xmlns:a16="http://schemas.microsoft.com/office/drawing/2014/main" id="{F9D669CE-6101-37F5-4E55-F26F943DB875}"/>
              </a:ext>
            </a:extLst>
          </p:cNvPr>
          <p:cNvCxnSpPr>
            <a:cxnSpLocks/>
          </p:cNvCxnSpPr>
          <p:nvPr/>
        </p:nvCxnSpPr>
        <p:spPr>
          <a:xfrm>
            <a:off x="5319584" y="3464725"/>
            <a:ext cx="507900" cy="0"/>
          </a:xfrm>
          <a:prstGeom prst="straightConnector1">
            <a:avLst/>
          </a:prstGeom>
          <a:noFill/>
          <a:ln w="19050" cap="flat" cmpd="sng">
            <a:solidFill>
              <a:schemeClr val="dk1"/>
            </a:solidFill>
            <a:prstDash val="solid"/>
            <a:round/>
            <a:headEnd type="none" w="med" len="med"/>
            <a:tailEnd type="oval" w="med" len="med"/>
          </a:ln>
        </p:spPr>
      </p:cxnSp>
      <p:cxnSp>
        <p:nvCxnSpPr>
          <p:cNvPr id="74" name="Google Shape;256;p18">
            <a:extLst>
              <a:ext uri="{FF2B5EF4-FFF2-40B4-BE49-F238E27FC236}">
                <a16:creationId xmlns:a16="http://schemas.microsoft.com/office/drawing/2014/main" id="{03F997C1-9844-5E0D-1E0C-8F817764EC90}"/>
              </a:ext>
            </a:extLst>
          </p:cNvPr>
          <p:cNvCxnSpPr>
            <a:cxnSpLocks/>
          </p:cNvCxnSpPr>
          <p:nvPr/>
        </p:nvCxnSpPr>
        <p:spPr>
          <a:xfrm>
            <a:off x="5310454" y="4583176"/>
            <a:ext cx="507900" cy="0"/>
          </a:xfrm>
          <a:prstGeom prst="straightConnector1">
            <a:avLst/>
          </a:prstGeom>
          <a:noFill/>
          <a:ln w="19050" cap="flat" cmpd="sng">
            <a:solidFill>
              <a:schemeClr val="dk1"/>
            </a:solidFill>
            <a:prstDash val="solid"/>
            <a:round/>
            <a:headEnd type="none" w="med" len="med"/>
            <a:tailEnd type="oval" w="med" len="med"/>
          </a:ln>
        </p:spPr>
      </p:cxnSp>
      <p:sp>
        <p:nvSpPr>
          <p:cNvPr id="75" name="Google Shape;243;p18">
            <a:extLst>
              <a:ext uri="{FF2B5EF4-FFF2-40B4-BE49-F238E27FC236}">
                <a16:creationId xmlns:a16="http://schemas.microsoft.com/office/drawing/2014/main" id="{8BC70A05-6C05-0644-19A4-ACC1104E9254}"/>
              </a:ext>
            </a:extLst>
          </p:cNvPr>
          <p:cNvSpPr/>
          <p:nvPr/>
        </p:nvSpPr>
        <p:spPr>
          <a:xfrm>
            <a:off x="2888289" y="1881746"/>
            <a:ext cx="238200" cy="238200"/>
          </a:xfrm>
          <a:prstGeom prst="ellipse">
            <a:avLst/>
          </a:prstGeom>
          <a:solidFill>
            <a:srgbClr val="69AE2E"/>
          </a:solidFill>
          <a:ln>
            <a:solidFill>
              <a:srgbClr val="00243C"/>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Google Shape;245;p18">
            <a:extLst>
              <a:ext uri="{FF2B5EF4-FFF2-40B4-BE49-F238E27FC236}">
                <a16:creationId xmlns:a16="http://schemas.microsoft.com/office/drawing/2014/main" id="{2B52BA2E-32C6-CFC1-B153-D4092A5D8580}"/>
              </a:ext>
            </a:extLst>
          </p:cNvPr>
          <p:cNvSpPr/>
          <p:nvPr/>
        </p:nvSpPr>
        <p:spPr>
          <a:xfrm>
            <a:off x="3152173" y="2481494"/>
            <a:ext cx="238200" cy="238200"/>
          </a:xfrm>
          <a:prstGeom prst="ellipse">
            <a:avLst/>
          </a:prstGeom>
          <a:solidFill>
            <a:srgbClr val="69AE2E"/>
          </a:solidFill>
          <a:ln>
            <a:solidFill>
              <a:srgbClr val="00243C"/>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Google Shape;247;p18">
            <a:extLst>
              <a:ext uri="{FF2B5EF4-FFF2-40B4-BE49-F238E27FC236}">
                <a16:creationId xmlns:a16="http://schemas.microsoft.com/office/drawing/2014/main" id="{3AB1D9EA-209E-53D7-799D-C3B7705C6C95}"/>
              </a:ext>
            </a:extLst>
          </p:cNvPr>
          <p:cNvSpPr/>
          <p:nvPr/>
        </p:nvSpPr>
        <p:spPr>
          <a:xfrm>
            <a:off x="3183564" y="3117621"/>
            <a:ext cx="238200" cy="238200"/>
          </a:xfrm>
          <a:prstGeom prst="ellipse">
            <a:avLst/>
          </a:prstGeom>
          <a:solidFill>
            <a:srgbClr val="69AE2E"/>
          </a:solidFill>
          <a:ln>
            <a:solidFill>
              <a:srgbClr val="00243C"/>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Google Shape;249;p18">
            <a:extLst>
              <a:ext uri="{FF2B5EF4-FFF2-40B4-BE49-F238E27FC236}">
                <a16:creationId xmlns:a16="http://schemas.microsoft.com/office/drawing/2014/main" id="{D43FB64E-7F22-EFF5-70E8-86CA94886C3E}"/>
              </a:ext>
            </a:extLst>
          </p:cNvPr>
          <p:cNvSpPr/>
          <p:nvPr/>
        </p:nvSpPr>
        <p:spPr>
          <a:xfrm>
            <a:off x="2888289" y="3717246"/>
            <a:ext cx="238200" cy="238200"/>
          </a:xfrm>
          <a:prstGeom prst="ellipse">
            <a:avLst/>
          </a:prstGeom>
          <a:solidFill>
            <a:srgbClr val="69AE2E"/>
          </a:solidFill>
          <a:ln>
            <a:solidFill>
              <a:srgbClr val="00243C"/>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Google Shape;274;p18">
            <a:extLst>
              <a:ext uri="{FF2B5EF4-FFF2-40B4-BE49-F238E27FC236}">
                <a16:creationId xmlns:a16="http://schemas.microsoft.com/office/drawing/2014/main" id="{78C80605-D44A-69C5-C201-36EF5496B13D}"/>
              </a:ext>
            </a:extLst>
          </p:cNvPr>
          <p:cNvSpPr/>
          <p:nvPr/>
        </p:nvSpPr>
        <p:spPr>
          <a:xfrm>
            <a:off x="601920" y="1633321"/>
            <a:ext cx="2589600" cy="2589600"/>
          </a:xfrm>
          <a:prstGeom prst="blockArc">
            <a:avLst>
              <a:gd name="adj1" fmla="val 11125294"/>
              <a:gd name="adj2" fmla="val 15787580"/>
              <a:gd name="adj3" fmla="val 4061"/>
            </a:avLst>
          </a:prstGeom>
          <a:solidFill>
            <a:schemeClr val="accent5"/>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Google Shape;275;p18">
            <a:extLst>
              <a:ext uri="{FF2B5EF4-FFF2-40B4-BE49-F238E27FC236}">
                <a16:creationId xmlns:a16="http://schemas.microsoft.com/office/drawing/2014/main" id="{0C2CDA7B-F34E-AE73-0B05-14768DA62281}"/>
              </a:ext>
            </a:extLst>
          </p:cNvPr>
          <p:cNvSpPr/>
          <p:nvPr/>
        </p:nvSpPr>
        <p:spPr>
          <a:xfrm rot="16200000">
            <a:off x="563527" y="1633321"/>
            <a:ext cx="2589600" cy="2589600"/>
          </a:xfrm>
          <a:prstGeom prst="blockArc">
            <a:avLst>
              <a:gd name="adj1" fmla="val 11125294"/>
              <a:gd name="adj2" fmla="val 15787580"/>
              <a:gd name="adj3" fmla="val 4061"/>
            </a:avLst>
          </a:prstGeom>
          <a:solidFill>
            <a:srgbClr val="69AE2E"/>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Google Shape;276;p18">
            <a:extLst>
              <a:ext uri="{FF2B5EF4-FFF2-40B4-BE49-F238E27FC236}">
                <a16:creationId xmlns:a16="http://schemas.microsoft.com/office/drawing/2014/main" id="{E4EEDE6D-A2A8-3C5B-C7FD-5CF5E2489046}"/>
              </a:ext>
            </a:extLst>
          </p:cNvPr>
          <p:cNvSpPr/>
          <p:nvPr/>
        </p:nvSpPr>
        <p:spPr>
          <a:xfrm flipH="1">
            <a:off x="563527" y="1633321"/>
            <a:ext cx="2589600" cy="2589600"/>
          </a:xfrm>
          <a:prstGeom prst="blockArc">
            <a:avLst>
              <a:gd name="adj1" fmla="val 11125294"/>
              <a:gd name="adj2" fmla="val 15787580"/>
              <a:gd name="adj3" fmla="val 4061"/>
            </a:avLst>
          </a:prstGeom>
          <a:solidFill>
            <a:srgbClr val="0A858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Google Shape;277;p18">
            <a:extLst>
              <a:ext uri="{FF2B5EF4-FFF2-40B4-BE49-F238E27FC236}">
                <a16:creationId xmlns:a16="http://schemas.microsoft.com/office/drawing/2014/main" id="{B15B1621-A2B3-88FD-0D69-455BF5F2FDBA}"/>
              </a:ext>
            </a:extLst>
          </p:cNvPr>
          <p:cNvSpPr/>
          <p:nvPr/>
        </p:nvSpPr>
        <p:spPr>
          <a:xfrm rot="5400000" flipH="1">
            <a:off x="563527" y="1633321"/>
            <a:ext cx="2589600" cy="2589600"/>
          </a:xfrm>
          <a:prstGeom prst="blockArc">
            <a:avLst>
              <a:gd name="adj1" fmla="val 11125294"/>
              <a:gd name="adj2" fmla="val 15787580"/>
              <a:gd name="adj3" fmla="val 4061"/>
            </a:avLst>
          </a:prstGeom>
          <a:solidFill>
            <a:srgbClr val="35A03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3" name="Google Shape;290;p18">
            <a:extLst>
              <a:ext uri="{FF2B5EF4-FFF2-40B4-BE49-F238E27FC236}">
                <a16:creationId xmlns:a16="http://schemas.microsoft.com/office/drawing/2014/main" id="{4377D762-B1DC-6BE2-5A82-31ECA2F00B90}"/>
              </a:ext>
            </a:extLst>
          </p:cNvPr>
          <p:cNvGrpSpPr/>
          <p:nvPr/>
        </p:nvGrpSpPr>
        <p:grpSpPr>
          <a:xfrm>
            <a:off x="6293460" y="1111296"/>
            <a:ext cx="1890900" cy="741850"/>
            <a:chOff x="6013538" y="1063640"/>
            <a:chExt cx="1890900" cy="741850"/>
          </a:xfrm>
        </p:grpSpPr>
        <p:sp>
          <p:nvSpPr>
            <p:cNvPr id="84" name="Google Shape;291;p18">
              <a:extLst>
                <a:ext uri="{FF2B5EF4-FFF2-40B4-BE49-F238E27FC236}">
                  <a16:creationId xmlns:a16="http://schemas.microsoft.com/office/drawing/2014/main" id="{6B7075E2-11F9-3628-7C49-AFBB5A7AA449}"/>
                </a:ext>
              </a:extLst>
            </p:cNvPr>
            <p:cNvSpPr txBox="1"/>
            <p:nvPr/>
          </p:nvSpPr>
          <p:spPr>
            <a:xfrm flipH="1">
              <a:off x="6013538" y="1063640"/>
              <a:ext cx="1890900" cy="2535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sz="2000" b="0" i="0" u="none" strike="noStrike" kern="1200" cap="none" spc="0" normalizeH="0" baseline="0" noProof="0">
                  <a:ln>
                    <a:noFill/>
                  </a:ln>
                  <a:solidFill>
                    <a:prstClr val="white"/>
                  </a:solidFill>
                  <a:effectLst/>
                  <a:uLnTx/>
                  <a:uFillTx/>
                  <a:latin typeface="Fira Sans Extra Condensed SemiBold"/>
                  <a:ea typeface="Fira Sans Extra Condensed SemiBold"/>
                  <a:cs typeface="Fira Sans Extra Condensed SemiBold"/>
                  <a:sym typeface="Fira Sans Extra Condensed SemiBold"/>
                </a:rPr>
                <a:t>Venus</a:t>
              </a:r>
              <a:endParaRPr kumimoji="0" sz="2000" b="0" i="0" u="none" strike="noStrike" kern="1200" cap="none" spc="0" normalizeH="0" baseline="0" noProof="0">
                <a:ln>
                  <a:noFill/>
                </a:ln>
                <a:solidFill>
                  <a:prstClr val="white"/>
                </a:solidFill>
                <a:effectLst/>
                <a:uLnTx/>
                <a:uFillTx/>
                <a:latin typeface="Fira Sans Extra Condensed SemiBold"/>
                <a:ea typeface="Fira Sans Extra Condensed SemiBold"/>
                <a:cs typeface="Fira Sans Extra Condensed SemiBold"/>
                <a:sym typeface="Fira Sans Extra Condensed SemiBold"/>
              </a:endParaRPr>
            </a:p>
          </p:txBody>
        </p:sp>
        <p:sp>
          <p:nvSpPr>
            <p:cNvPr id="85" name="Google Shape;292;p18">
              <a:extLst>
                <a:ext uri="{FF2B5EF4-FFF2-40B4-BE49-F238E27FC236}">
                  <a16:creationId xmlns:a16="http://schemas.microsoft.com/office/drawing/2014/main" id="{ED62477E-8656-3E45-A331-46B19D506485}"/>
                </a:ext>
              </a:extLst>
            </p:cNvPr>
            <p:cNvSpPr txBox="1"/>
            <p:nvPr/>
          </p:nvSpPr>
          <p:spPr>
            <a:xfrm flipH="1">
              <a:off x="6013538" y="1278390"/>
              <a:ext cx="1890900" cy="527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prstClr val="black"/>
                </a:buClr>
                <a:buSzPts val="1100"/>
                <a:buFont typeface="Arial"/>
                <a:buNone/>
                <a:tabLst/>
                <a:defRPr/>
              </a:pPr>
              <a:r>
                <a:rPr kumimoji="0" lang="en" sz="1200" b="0" i="0" u="none" strike="noStrike" kern="1200" cap="none" spc="0" normalizeH="0" baseline="0" noProof="0" dirty="0">
                  <a:ln>
                    <a:noFill/>
                  </a:ln>
                  <a:solidFill>
                    <a:prstClr val="white"/>
                  </a:solidFill>
                  <a:effectLst/>
                  <a:uLnTx/>
                  <a:uFillTx/>
                  <a:latin typeface="Roboto"/>
                  <a:ea typeface="Roboto"/>
                  <a:cs typeface="Roboto"/>
                  <a:sym typeface="Roboto"/>
                </a:rPr>
                <a:t>Die Venus ist fast so groß wie die Erde</a:t>
              </a:r>
              <a:endParaRPr kumimoji="0" sz="1200" b="0" i="0" u="none" strike="noStrike" kern="1200" cap="none" spc="0" normalizeH="0" baseline="0" noProof="0" dirty="0">
                <a:ln>
                  <a:noFill/>
                </a:ln>
                <a:solidFill>
                  <a:prstClr val="white"/>
                </a:solidFill>
                <a:effectLst/>
                <a:uLnTx/>
                <a:uFillTx/>
                <a:latin typeface="Roboto"/>
                <a:ea typeface="Roboto"/>
                <a:cs typeface="Roboto"/>
                <a:sym typeface="Roboto"/>
              </a:endParaRPr>
            </a:p>
          </p:txBody>
        </p:sp>
      </p:grpSp>
      <p:sp>
        <p:nvSpPr>
          <p:cNvPr id="86" name="Google Shape;249;p18">
            <a:extLst>
              <a:ext uri="{FF2B5EF4-FFF2-40B4-BE49-F238E27FC236}">
                <a16:creationId xmlns:a16="http://schemas.microsoft.com/office/drawing/2014/main" id="{9A2D3A20-1BCA-39B5-A18B-B3C63A7E012C}"/>
              </a:ext>
            </a:extLst>
          </p:cNvPr>
          <p:cNvSpPr/>
          <p:nvPr/>
        </p:nvSpPr>
        <p:spPr>
          <a:xfrm>
            <a:off x="2062520" y="4642138"/>
            <a:ext cx="238200" cy="238200"/>
          </a:xfrm>
          <a:prstGeom prst="ellipse">
            <a:avLst/>
          </a:prstGeom>
          <a:solidFill>
            <a:srgbClr val="69AE2E"/>
          </a:solidFill>
          <a:ln>
            <a:solidFill>
              <a:srgbClr val="00243C"/>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Google Shape;240;p18">
            <a:extLst>
              <a:ext uri="{FF2B5EF4-FFF2-40B4-BE49-F238E27FC236}">
                <a16:creationId xmlns:a16="http://schemas.microsoft.com/office/drawing/2014/main" id="{74AE6959-9FC3-0270-52D9-B475D95011C0}"/>
              </a:ext>
            </a:extLst>
          </p:cNvPr>
          <p:cNvSpPr/>
          <p:nvPr/>
        </p:nvSpPr>
        <p:spPr>
          <a:xfrm>
            <a:off x="4470091" y="5325913"/>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88" name="Google Shape;248;p18">
            <a:extLst>
              <a:ext uri="{FF2B5EF4-FFF2-40B4-BE49-F238E27FC236}">
                <a16:creationId xmlns:a16="http://schemas.microsoft.com/office/drawing/2014/main" id="{72FDE682-F4AF-E722-4A48-EC063E432308}"/>
              </a:ext>
            </a:extLst>
          </p:cNvPr>
          <p:cNvCxnSpPr>
            <a:cxnSpLocks/>
          </p:cNvCxnSpPr>
          <p:nvPr/>
        </p:nvCxnSpPr>
        <p:spPr>
          <a:xfrm rot="10800000">
            <a:off x="2337992" y="4761240"/>
            <a:ext cx="2001504" cy="1070157"/>
          </a:xfrm>
          <a:prstGeom prst="bentConnector3">
            <a:avLst>
              <a:gd name="adj1" fmla="val 50000"/>
            </a:avLst>
          </a:prstGeom>
          <a:noFill/>
          <a:ln w="19050" cap="flat" cmpd="sng">
            <a:solidFill>
              <a:schemeClr val="dk1"/>
            </a:solidFill>
            <a:prstDash val="solid"/>
            <a:round/>
            <a:headEnd type="none" w="med" len="med"/>
            <a:tailEnd type="none" w="med" len="med"/>
          </a:ln>
        </p:spPr>
      </p:cxnSp>
      <p:sp>
        <p:nvSpPr>
          <p:cNvPr id="89" name="CuadroTexto 88">
            <a:hlinkClick r:id="" action="ppaction://noaction"/>
            <a:extLst>
              <a:ext uri="{FF2B5EF4-FFF2-40B4-BE49-F238E27FC236}">
                <a16:creationId xmlns:a16="http://schemas.microsoft.com/office/drawing/2014/main" id="{F16387E0-FB3A-5760-F345-734CD70E6048}"/>
              </a:ext>
            </a:extLst>
          </p:cNvPr>
          <p:cNvSpPr txBox="1"/>
          <p:nvPr/>
        </p:nvSpPr>
        <p:spPr>
          <a:xfrm>
            <a:off x="4666989" y="1152196"/>
            <a:ext cx="58331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1</a:t>
            </a:r>
          </a:p>
        </p:txBody>
      </p:sp>
      <p:sp>
        <p:nvSpPr>
          <p:cNvPr id="90" name="CuadroTexto 89">
            <a:hlinkClick r:id="" action="ppaction://noaction"/>
            <a:extLst>
              <a:ext uri="{FF2B5EF4-FFF2-40B4-BE49-F238E27FC236}">
                <a16:creationId xmlns:a16="http://schemas.microsoft.com/office/drawing/2014/main" id="{53DAA242-C11B-BFA5-F1E2-CD89E441603F}"/>
              </a:ext>
            </a:extLst>
          </p:cNvPr>
          <p:cNvSpPr txBox="1"/>
          <p:nvPr/>
        </p:nvSpPr>
        <p:spPr>
          <a:xfrm>
            <a:off x="4730933" y="2216154"/>
            <a:ext cx="583311" cy="646331"/>
          </a:xfrm>
          <a:prstGeom prst="rect">
            <a:avLst/>
          </a:prstGeom>
          <a:noFill/>
        </p:spPr>
        <p:txBody>
          <a:bodyPr wrap="square" rtlCol="0">
            <a:spAutoFit/>
          </a:bodyPr>
          <a:lstStyle>
            <a:defPPr>
              <a:defRPr lang="es-CO"/>
            </a:defPPr>
            <a:lvl1pPr>
              <a:defRPr sz="3600" b="1">
                <a:solidFill>
                  <a:srgbClr val="002060"/>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2</a:t>
            </a:r>
          </a:p>
        </p:txBody>
      </p:sp>
      <p:sp>
        <p:nvSpPr>
          <p:cNvPr id="91" name="CuadroTexto 90">
            <a:hlinkClick r:id="" action="ppaction://noaction"/>
            <a:extLst>
              <a:ext uri="{FF2B5EF4-FFF2-40B4-BE49-F238E27FC236}">
                <a16:creationId xmlns:a16="http://schemas.microsoft.com/office/drawing/2014/main" id="{1662CCDD-8D9F-80F7-EEEA-A536BD2B761C}"/>
              </a:ext>
            </a:extLst>
          </p:cNvPr>
          <p:cNvSpPr txBox="1"/>
          <p:nvPr/>
        </p:nvSpPr>
        <p:spPr>
          <a:xfrm>
            <a:off x="4730933" y="3255892"/>
            <a:ext cx="58331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3</a:t>
            </a:r>
          </a:p>
        </p:txBody>
      </p:sp>
      <p:sp>
        <p:nvSpPr>
          <p:cNvPr id="92" name="CuadroTexto 91">
            <a:hlinkClick r:id="" action="ppaction://noaction"/>
            <a:extLst>
              <a:ext uri="{FF2B5EF4-FFF2-40B4-BE49-F238E27FC236}">
                <a16:creationId xmlns:a16="http://schemas.microsoft.com/office/drawing/2014/main" id="{6254C5D7-24DB-4C8B-DA78-2A1781D55C90}"/>
              </a:ext>
            </a:extLst>
          </p:cNvPr>
          <p:cNvSpPr txBox="1"/>
          <p:nvPr/>
        </p:nvSpPr>
        <p:spPr>
          <a:xfrm>
            <a:off x="4687049" y="4316164"/>
            <a:ext cx="583311" cy="646331"/>
          </a:xfrm>
          <a:prstGeom prst="rect">
            <a:avLst/>
          </a:prstGeom>
          <a:noFill/>
        </p:spPr>
        <p:txBody>
          <a:bodyPr wrap="square" rtlCol="0">
            <a:spAutoFit/>
          </a:bodyPr>
          <a:lstStyle>
            <a:defPPr>
              <a:defRPr lang="es-CO"/>
            </a:defPPr>
            <a:lvl1pPr>
              <a:defRPr sz="3600" b="1">
                <a:solidFill>
                  <a:srgbClr val="002060"/>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4</a:t>
            </a:r>
          </a:p>
        </p:txBody>
      </p:sp>
      <p:sp>
        <p:nvSpPr>
          <p:cNvPr id="93" name="CuadroTexto 92">
            <a:hlinkClick r:id="" action="ppaction://noaction"/>
            <a:extLst>
              <a:ext uri="{FF2B5EF4-FFF2-40B4-BE49-F238E27FC236}">
                <a16:creationId xmlns:a16="http://schemas.microsoft.com/office/drawing/2014/main" id="{480D6005-44A7-91E2-B531-993CFA2AB711}"/>
              </a:ext>
            </a:extLst>
          </p:cNvPr>
          <p:cNvSpPr txBox="1"/>
          <p:nvPr/>
        </p:nvSpPr>
        <p:spPr>
          <a:xfrm>
            <a:off x="4633134" y="5452254"/>
            <a:ext cx="583311" cy="646331"/>
          </a:xfrm>
          <a:prstGeom prst="rect">
            <a:avLst/>
          </a:prstGeom>
          <a:noFill/>
        </p:spPr>
        <p:txBody>
          <a:bodyPr wrap="square" rtlCol="0">
            <a:spAutoFit/>
          </a:bodyPr>
          <a:lstStyle>
            <a:defPPr>
              <a:defRPr lang="es-CO"/>
            </a:defPPr>
            <a:lvl1pPr>
              <a:defRPr sz="3600" b="1">
                <a:solidFill>
                  <a:srgbClr val="002060"/>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O" sz="3600" b="1" i="0" u="none" strike="noStrike" kern="1200" cap="none" spc="0" normalizeH="0" baseline="0" noProof="0" dirty="0">
                <a:ln>
                  <a:noFill/>
                </a:ln>
                <a:solidFill>
                  <a:srgbClr val="002060"/>
                </a:solidFill>
                <a:effectLst/>
                <a:uLnTx/>
                <a:uFillTx/>
                <a:latin typeface="Century Gothic" panose="020B0502020202020204" pitchFamily="34" charset="0"/>
                <a:ea typeface="+mn-ea"/>
                <a:cs typeface="+mn-cs"/>
              </a:rPr>
              <a:t>5</a:t>
            </a:r>
          </a:p>
        </p:txBody>
      </p:sp>
      <p:sp>
        <p:nvSpPr>
          <p:cNvPr id="99" name="Rectángulo 98">
            <a:extLst>
              <a:ext uri="{FF2B5EF4-FFF2-40B4-BE49-F238E27FC236}">
                <a16:creationId xmlns:a16="http://schemas.microsoft.com/office/drawing/2014/main" id="{9C3D6961-C231-DF82-219B-7C40B730DAA2}"/>
              </a:ext>
            </a:extLst>
          </p:cNvPr>
          <p:cNvSpPr/>
          <p:nvPr/>
        </p:nvSpPr>
        <p:spPr>
          <a:xfrm>
            <a:off x="5898541" y="994079"/>
            <a:ext cx="6124660" cy="822224"/>
          </a:xfrm>
          <a:prstGeom prst="rect">
            <a:avLst/>
          </a:prstGeom>
          <a:solidFill>
            <a:schemeClr val="bg1">
              <a:lumMod val="85000"/>
            </a:schemeClr>
          </a:solidFill>
          <a:ln>
            <a:noFill/>
          </a:ln>
          <a:effectLst>
            <a:glow rad="63500">
              <a:schemeClr val="accent6">
                <a:satMod val="175000"/>
                <a:alpha val="40000"/>
              </a:schemeClr>
            </a:glo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0" marR="0" lvl="0" indent="0" algn="just" defTabSz="914400" rtl="0" eaLnBrk="1" fontAlgn="auto" latinLnBrk="0" hangingPunct="1">
              <a:lnSpc>
                <a:spcPct val="100000"/>
              </a:lnSpc>
              <a:spcBef>
                <a:spcPts val="0"/>
              </a:spcBef>
              <a:spcAft>
                <a:spcPts val="0"/>
              </a:spcAft>
              <a:buClr>
                <a:srgbClr val="70AD47">
                  <a:lumMod val="40000"/>
                  <a:lumOff val="60000"/>
                </a:srgbClr>
              </a:buClr>
              <a:buSzTx/>
              <a:buFontTx/>
              <a:buNone/>
              <a:tabLst/>
              <a:defRPr/>
            </a:pPr>
            <a:r>
              <a:rPr lang="es-CO" sz="1000" b="1" i="0" dirty="0">
                <a:solidFill>
                  <a:srgbClr val="333333"/>
                </a:solidFill>
                <a:effectLst/>
                <a:latin typeface="Nunito Sans ExtraBold" pitchFamily="2" charset="0"/>
              </a:rPr>
              <a:t>DECRETO 2741 DE 2001 “</a:t>
            </a:r>
            <a:r>
              <a:rPr lang="es-ES" sz="1000" b="1" i="0" dirty="0">
                <a:solidFill>
                  <a:srgbClr val="333333"/>
                </a:solidFill>
                <a:effectLst/>
                <a:latin typeface="Nunito Sans ExtraBold" pitchFamily="2" charset="0"/>
              </a:rPr>
              <a:t>Por el cual se modifican los Decretos 101 y 1016 de 2000". Artículo 4°. INC 2. Las entidades del Sistema Nacional de Transporte, establecidas en la ley 105 de 1993, excepto el Ministerio de Transporte, en lo relativo al ejercicio de las funciones que en materia de transporte legalmente les corresponden. </a:t>
            </a:r>
            <a:endParaRPr lang="es-CO" sz="1000" b="1" dirty="0">
              <a:solidFill>
                <a:srgbClr val="003B77"/>
              </a:solidFill>
              <a:latin typeface="Nunito Sans ExtraBold" pitchFamily="2" charset="0"/>
            </a:endParaRPr>
          </a:p>
        </p:txBody>
      </p:sp>
      <p:sp>
        <p:nvSpPr>
          <p:cNvPr id="101" name="CuadroTexto 100">
            <a:extLst>
              <a:ext uri="{FF2B5EF4-FFF2-40B4-BE49-F238E27FC236}">
                <a16:creationId xmlns:a16="http://schemas.microsoft.com/office/drawing/2014/main" id="{8C5A58E3-3E84-F667-4FBE-CD60A031B271}"/>
              </a:ext>
            </a:extLst>
          </p:cNvPr>
          <p:cNvSpPr txBox="1"/>
          <p:nvPr/>
        </p:nvSpPr>
        <p:spPr>
          <a:xfrm>
            <a:off x="3114693" y="140005"/>
            <a:ext cx="6197600" cy="707886"/>
          </a:xfrm>
          <a:prstGeom prst="rect">
            <a:avLst/>
          </a:prstGeom>
          <a:noFill/>
        </p:spPr>
        <p:txBody>
          <a:bodyPr wrap="square">
            <a:spAutoFit/>
          </a:bodyPr>
          <a:lstStyle/>
          <a:p>
            <a:pPr algn="ctr"/>
            <a:r>
              <a:rPr lang="es-CO" sz="2000" b="1" dirty="0">
                <a:solidFill>
                  <a:srgbClr val="00243C"/>
                </a:solidFill>
                <a:effectLst>
                  <a:outerShdw blurRad="38100" dist="38100" dir="2700000" algn="tl">
                    <a:srgbClr val="000000">
                      <a:alpha val="43137"/>
                    </a:srgbClr>
                  </a:outerShdw>
                </a:effectLst>
                <a:latin typeface="Nunito Sans ExtraBold" pitchFamily="2" charset="0"/>
              </a:rPr>
              <a:t> Supervisión que se ejerce la ST sobre las Autoridades y Organismos de Tránsito </a:t>
            </a:r>
          </a:p>
        </p:txBody>
      </p:sp>
      <p:sp>
        <p:nvSpPr>
          <p:cNvPr id="102" name="Rectángulo 101">
            <a:extLst>
              <a:ext uri="{FF2B5EF4-FFF2-40B4-BE49-F238E27FC236}">
                <a16:creationId xmlns:a16="http://schemas.microsoft.com/office/drawing/2014/main" id="{92750C2D-038F-AE17-1CFE-5F6C2A4CAFA4}"/>
              </a:ext>
            </a:extLst>
          </p:cNvPr>
          <p:cNvSpPr/>
          <p:nvPr/>
        </p:nvSpPr>
        <p:spPr>
          <a:xfrm>
            <a:off x="5882904" y="2085523"/>
            <a:ext cx="6124660" cy="822224"/>
          </a:xfrm>
          <a:prstGeom prst="rect">
            <a:avLst/>
          </a:prstGeom>
          <a:solidFill>
            <a:schemeClr val="bg1">
              <a:lumMod val="85000"/>
            </a:schemeClr>
          </a:solidFill>
          <a:ln>
            <a:noFill/>
          </a:ln>
          <a:effectLst>
            <a:glow rad="63500">
              <a:schemeClr val="accent6">
                <a:satMod val="175000"/>
                <a:alpha val="40000"/>
              </a:schemeClr>
            </a:glo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0" marR="0" lvl="0" indent="0" algn="just" defTabSz="914400" rtl="0" eaLnBrk="1" fontAlgn="auto" latinLnBrk="0" hangingPunct="1">
              <a:lnSpc>
                <a:spcPct val="100000"/>
              </a:lnSpc>
              <a:spcBef>
                <a:spcPts val="0"/>
              </a:spcBef>
              <a:spcAft>
                <a:spcPts val="0"/>
              </a:spcAft>
              <a:buClr>
                <a:srgbClr val="70AD47">
                  <a:lumMod val="40000"/>
                  <a:lumOff val="60000"/>
                </a:srgbClr>
              </a:buClr>
              <a:buSzTx/>
              <a:buFontTx/>
              <a:buNone/>
              <a:tabLst/>
              <a:defRPr/>
            </a:pPr>
            <a:r>
              <a:rPr lang="es-CO" sz="1000" b="1" dirty="0">
                <a:solidFill>
                  <a:schemeClr val="bg2">
                    <a:lumMod val="25000"/>
                  </a:schemeClr>
                </a:solidFill>
                <a:latin typeface="Nunito Sans ExtraBold" pitchFamily="2" charset="0"/>
              </a:rPr>
              <a:t>LEY 105 DE 1993 “</a:t>
            </a:r>
            <a:r>
              <a:rPr lang="es-ES" sz="1000" b="1" dirty="0">
                <a:solidFill>
                  <a:schemeClr val="bg2">
                    <a:lumMod val="25000"/>
                  </a:schemeClr>
                </a:solidFill>
                <a:latin typeface="Nunito Sans ExtraBold" pitchFamily="2" charset="0"/>
              </a:rPr>
              <a:t>Por la cual se dictan disposiciones básicas sobre el transporte, se redistribuyen competencias y recursos entre la Nación y las Entidades Territoriales, se reglamenta la planeación en el sector transporte y se dictan otras disposiciones.” Artículo 1° </a:t>
            </a:r>
            <a:r>
              <a:rPr lang="es-ES" sz="1000" b="0" dirty="0">
                <a:solidFill>
                  <a:schemeClr val="bg2">
                    <a:lumMod val="25000"/>
                  </a:schemeClr>
                </a:solidFill>
                <a:latin typeface="Nunito Sans ExtraBold" pitchFamily="2" charset="0"/>
              </a:rPr>
              <a:t>Sector y Sistema Nacional del Transporte. </a:t>
            </a:r>
            <a:endParaRPr lang="es-CO" sz="1000" b="1" dirty="0">
              <a:solidFill>
                <a:schemeClr val="bg2">
                  <a:lumMod val="25000"/>
                </a:schemeClr>
              </a:solidFill>
              <a:latin typeface="Nunito Sans ExtraBold" pitchFamily="2" charset="0"/>
            </a:endParaRPr>
          </a:p>
        </p:txBody>
      </p:sp>
      <p:sp>
        <p:nvSpPr>
          <p:cNvPr id="103" name="Rectángulo 102">
            <a:extLst>
              <a:ext uri="{FF2B5EF4-FFF2-40B4-BE49-F238E27FC236}">
                <a16:creationId xmlns:a16="http://schemas.microsoft.com/office/drawing/2014/main" id="{B86E86F2-A92F-0791-A22D-E1B4EF71687C}"/>
              </a:ext>
            </a:extLst>
          </p:cNvPr>
          <p:cNvSpPr/>
          <p:nvPr/>
        </p:nvSpPr>
        <p:spPr>
          <a:xfrm>
            <a:off x="5884874" y="3097639"/>
            <a:ext cx="6124660" cy="822224"/>
          </a:xfrm>
          <a:prstGeom prst="rect">
            <a:avLst/>
          </a:prstGeom>
          <a:solidFill>
            <a:schemeClr val="bg1">
              <a:lumMod val="85000"/>
            </a:schemeClr>
          </a:solidFill>
          <a:ln>
            <a:noFill/>
          </a:ln>
          <a:effectLst>
            <a:glow rad="63500">
              <a:schemeClr val="accent6">
                <a:satMod val="175000"/>
                <a:alpha val="40000"/>
              </a:schemeClr>
            </a:glo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0" marR="0" lvl="0" indent="0" algn="just" defTabSz="914400" rtl="0" eaLnBrk="1" fontAlgn="auto" latinLnBrk="0" hangingPunct="1">
              <a:lnSpc>
                <a:spcPct val="100000"/>
              </a:lnSpc>
              <a:spcBef>
                <a:spcPts val="0"/>
              </a:spcBef>
              <a:spcAft>
                <a:spcPts val="0"/>
              </a:spcAft>
              <a:buClr>
                <a:srgbClr val="70AD47">
                  <a:lumMod val="40000"/>
                  <a:lumOff val="60000"/>
                </a:srgbClr>
              </a:buClr>
              <a:buSzTx/>
              <a:buFontTx/>
              <a:buNone/>
              <a:tabLst/>
              <a:defRPr/>
            </a:pPr>
            <a:r>
              <a:rPr lang="es-CO" sz="1000" b="1" dirty="0">
                <a:solidFill>
                  <a:schemeClr val="bg2">
                    <a:lumMod val="25000"/>
                  </a:schemeClr>
                </a:solidFill>
                <a:latin typeface="Nunito Sans ExtraBold" pitchFamily="2" charset="0"/>
              </a:rPr>
              <a:t>LEY 769 de 2002 “</a:t>
            </a:r>
            <a:r>
              <a:rPr lang="es-ES" sz="1000" b="0" i="0" dirty="0">
                <a:solidFill>
                  <a:schemeClr val="bg2">
                    <a:lumMod val="25000"/>
                  </a:schemeClr>
                </a:solidFill>
                <a:latin typeface="Nunito Sans ExtraBold" pitchFamily="2" charset="0"/>
              </a:rPr>
              <a:t>Por la cual se expide el Código Nacional de Tránsito Terrestre y se dictan otras disposiciones.</a:t>
            </a:r>
            <a:r>
              <a:rPr lang="es-ES" sz="1000" b="1" dirty="0">
                <a:solidFill>
                  <a:schemeClr val="bg2">
                    <a:lumMod val="25000"/>
                  </a:schemeClr>
                </a:solidFill>
                <a:latin typeface="Nunito Sans ExtraBold" pitchFamily="2" charset="0"/>
              </a:rPr>
              <a:t>.” Artículo 3° </a:t>
            </a:r>
            <a:r>
              <a:rPr lang="es-ES" sz="1000" b="1" i="0" u="none" strike="noStrike" dirty="0">
                <a:solidFill>
                  <a:schemeClr val="bg2">
                    <a:lumMod val="25000"/>
                  </a:schemeClr>
                </a:solidFill>
                <a:latin typeface="Nunito Sans ExtraBold" pitchFamily="2" charset="0"/>
              </a:rPr>
              <a:t>AUTORIDADES DE TRÁNSITO.</a:t>
            </a:r>
            <a:r>
              <a:rPr lang="es-ES" sz="1000" b="0" i="0" dirty="0">
                <a:solidFill>
                  <a:schemeClr val="bg2">
                    <a:lumMod val="25000"/>
                  </a:schemeClr>
                </a:solidFill>
                <a:latin typeface="Nunito Sans ExtraBold" pitchFamily="2" charset="0"/>
              </a:rPr>
              <a:t> &lt;Artículo modificado por el artículo </a:t>
            </a:r>
            <a:r>
              <a:rPr lang="es-ES" sz="1000" b="0" i="0" u="none" strike="noStrike" dirty="0">
                <a:solidFill>
                  <a:schemeClr val="bg2">
                    <a:lumMod val="25000"/>
                  </a:schemeClr>
                </a:solidFill>
                <a:latin typeface="Nunito Sans ExtraBold" pitchFamily="2" charset="0"/>
                <a:hlinkClick r:id="rId3">
                  <a:extLst>
                    <a:ext uri="{A12FA001-AC4F-418D-AE19-62706E023703}">
                      <ahyp:hlinkClr xmlns:ahyp="http://schemas.microsoft.com/office/drawing/2018/hyperlinkcolor" val="tx"/>
                    </a:ext>
                  </a:extLst>
                </a:hlinkClick>
              </a:rPr>
              <a:t>2</a:t>
            </a:r>
            <a:r>
              <a:rPr lang="es-ES" sz="1000" b="0" i="0" dirty="0">
                <a:solidFill>
                  <a:schemeClr val="bg2">
                    <a:lumMod val="25000"/>
                  </a:schemeClr>
                </a:solidFill>
                <a:latin typeface="Nunito Sans ExtraBold" pitchFamily="2" charset="0"/>
              </a:rPr>
              <a:t> de la Ley 1383 de 2010.</a:t>
            </a:r>
            <a:endParaRPr lang="es-CO" sz="1000" b="1" dirty="0">
              <a:solidFill>
                <a:schemeClr val="bg2">
                  <a:lumMod val="25000"/>
                </a:schemeClr>
              </a:solidFill>
              <a:latin typeface="Nunito Sans ExtraBold" pitchFamily="2" charset="0"/>
            </a:endParaRPr>
          </a:p>
        </p:txBody>
      </p:sp>
      <p:sp>
        <p:nvSpPr>
          <p:cNvPr id="104" name="Rectángulo 103">
            <a:extLst>
              <a:ext uri="{FF2B5EF4-FFF2-40B4-BE49-F238E27FC236}">
                <a16:creationId xmlns:a16="http://schemas.microsoft.com/office/drawing/2014/main" id="{4E9CFAB9-79E0-365B-3728-B52B762E3762}"/>
              </a:ext>
            </a:extLst>
          </p:cNvPr>
          <p:cNvSpPr/>
          <p:nvPr/>
        </p:nvSpPr>
        <p:spPr>
          <a:xfrm>
            <a:off x="5898541" y="4172064"/>
            <a:ext cx="6124660" cy="822224"/>
          </a:xfrm>
          <a:prstGeom prst="rect">
            <a:avLst/>
          </a:prstGeom>
          <a:solidFill>
            <a:schemeClr val="bg1">
              <a:lumMod val="85000"/>
            </a:schemeClr>
          </a:solidFill>
          <a:ln>
            <a:noFill/>
          </a:ln>
          <a:effectLst>
            <a:glow rad="63500">
              <a:schemeClr val="accent6">
                <a:satMod val="175000"/>
                <a:alpha val="40000"/>
              </a:schemeClr>
            </a:glo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0" marR="0" lvl="0" indent="0" algn="just" defTabSz="914400" rtl="0" eaLnBrk="1" fontAlgn="auto" latinLnBrk="0" hangingPunct="1">
              <a:lnSpc>
                <a:spcPct val="100000"/>
              </a:lnSpc>
              <a:spcBef>
                <a:spcPts val="0"/>
              </a:spcBef>
              <a:spcAft>
                <a:spcPts val="0"/>
              </a:spcAft>
              <a:buClr>
                <a:srgbClr val="70AD47">
                  <a:lumMod val="40000"/>
                  <a:lumOff val="60000"/>
                </a:srgbClr>
              </a:buClr>
              <a:buSzTx/>
              <a:buFontTx/>
              <a:buNone/>
              <a:tabLst/>
              <a:defRPr/>
            </a:pPr>
            <a:r>
              <a:rPr lang="es-CO" sz="1000" b="1" dirty="0">
                <a:solidFill>
                  <a:schemeClr val="bg2">
                    <a:lumMod val="25000"/>
                  </a:schemeClr>
                </a:solidFill>
                <a:latin typeface="Nunito Sans ExtraBold" pitchFamily="2" charset="0"/>
              </a:rPr>
              <a:t>LEY 1843 de 2017 “</a:t>
            </a:r>
            <a:r>
              <a:rPr lang="es-ES" sz="1000" b="0" i="0" dirty="0">
                <a:solidFill>
                  <a:schemeClr val="bg2">
                    <a:lumMod val="25000"/>
                  </a:schemeClr>
                </a:solidFill>
                <a:effectLst/>
                <a:latin typeface="Nunito Sans ExtraBold" pitchFamily="2" charset="0"/>
              </a:rPr>
              <a:t>Por medio de la cual se regula la instalación y puesta en marcha de sistemas automáticos, semiautomáticos y otros medios tecnológicos para la detección de infracciones y se dictan otras disposiciones.</a:t>
            </a:r>
            <a:r>
              <a:rPr lang="es-ES" sz="1000" b="1" dirty="0">
                <a:solidFill>
                  <a:schemeClr val="bg2">
                    <a:lumMod val="25000"/>
                  </a:schemeClr>
                </a:solidFill>
                <a:latin typeface="Nunito Sans ExtraBold" pitchFamily="2" charset="0"/>
              </a:rPr>
              <a:t>” Artículo 3° </a:t>
            </a:r>
            <a:r>
              <a:rPr lang="es-ES" sz="1000" b="1" i="0" dirty="0">
                <a:solidFill>
                  <a:schemeClr val="bg2">
                    <a:lumMod val="25000"/>
                  </a:schemeClr>
                </a:solidFill>
                <a:effectLst/>
                <a:latin typeface="Nunito Sans ExtraBold" pitchFamily="2" charset="0"/>
              </a:rPr>
              <a:t>AUTORIDAD COMPETENTE PARA LA VERIFICACIÓN DEL CUMPLIMIENTO DE LOS CRITERIOS TÉCNICOS.</a:t>
            </a:r>
            <a:endParaRPr lang="es-CO" sz="1000" b="1" dirty="0">
              <a:solidFill>
                <a:schemeClr val="bg2">
                  <a:lumMod val="25000"/>
                </a:schemeClr>
              </a:solidFill>
              <a:latin typeface="Nunito Sans ExtraBold" pitchFamily="2" charset="0"/>
            </a:endParaRPr>
          </a:p>
        </p:txBody>
      </p:sp>
      <p:sp>
        <p:nvSpPr>
          <p:cNvPr id="105" name="Rectángulo 104">
            <a:extLst>
              <a:ext uri="{FF2B5EF4-FFF2-40B4-BE49-F238E27FC236}">
                <a16:creationId xmlns:a16="http://schemas.microsoft.com/office/drawing/2014/main" id="{AFB2B126-3C44-CAE6-FBE8-BF238793B773}"/>
              </a:ext>
            </a:extLst>
          </p:cNvPr>
          <p:cNvSpPr/>
          <p:nvPr/>
        </p:nvSpPr>
        <p:spPr>
          <a:xfrm>
            <a:off x="5882904" y="5302753"/>
            <a:ext cx="6124660" cy="822224"/>
          </a:xfrm>
          <a:prstGeom prst="rect">
            <a:avLst/>
          </a:prstGeom>
          <a:solidFill>
            <a:schemeClr val="bg1">
              <a:lumMod val="85000"/>
            </a:schemeClr>
          </a:solidFill>
          <a:ln>
            <a:noFill/>
          </a:ln>
          <a:effectLst>
            <a:glow rad="63500">
              <a:schemeClr val="accent6">
                <a:satMod val="175000"/>
                <a:alpha val="40000"/>
              </a:schemeClr>
            </a:glow>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lvl="0" algn="just">
              <a:buClr>
                <a:srgbClr val="70AD47">
                  <a:lumMod val="40000"/>
                  <a:lumOff val="60000"/>
                </a:srgbClr>
              </a:buClr>
              <a:defRPr/>
            </a:pPr>
            <a:r>
              <a:rPr lang="es-CO" sz="1000" b="1" dirty="0">
                <a:solidFill>
                  <a:schemeClr val="bg2">
                    <a:lumMod val="25000"/>
                  </a:schemeClr>
                </a:solidFill>
                <a:latin typeface="Nunito Sans ExtraBold" pitchFamily="2" charset="0"/>
              </a:rPr>
              <a:t>LEY 2050 de 2020 “</a:t>
            </a:r>
            <a:r>
              <a:rPr lang="es-ES" sz="1000" i="0" dirty="0">
                <a:solidFill>
                  <a:srgbClr val="333333"/>
                </a:solidFill>
                <a:effectLst/>
                <a:latin typeface="Nunito Sans ExtraBold" pitchFamily="2" charset="0"/>
              </a:rPr>
              <a:t>por medio de la cual se modifica y adiciona la ley 1503 de 2011 y se dictan otras disposiciones en seguridad vial y tránsito</a:t>
            </a:r>
            <a:r>
              <a:rPr lang="es-ES" sz="1000" b="1" dirty="0">
                <a:solidFill>
                  <a:schemeClr val="bg2">
                    <a:lumMod val="25000"/>
                  </a:schemeClr>
                </a:solidFill>
                <a:latin typeface="Nunito Sans ExtraBold" pitchFamily="2" charset="0"/>
              </a:rPr>
              <a:t>” Artículo 13° </a:t>
            </a:r>
            <a:r>
              <a:rPr lang="es-ES" sz="1000" b="1" i="0" dirty="0">
                <a:solidFill>
                  <a:srgbClr val="333333"/>
                </a:solidFill>
                <a:effectLst/>
                <a:latin typeface="Nunito Sans ExtraBold" pitchFamily="2" charset="0"/>
              </a:rPr>
              <a:t>Inicio de investigación administrativa</a:t>
            </a:r>
            <a:endParaRPr lang="es-CO" sz="1000" b="1" dirty="0">
              <a:solidFill>
                <a:schemeClr val="bg2">
                  <a:lumMod val="25000"/>
                </a:schemeClr>
              </a:solidFill>
              <a:latin typeface="Nunito Sans ExtraBold" pitchFamily="2" charset="0"/>
            </a:endParaRPr>
          </a:p>
        </p:txBody>
      </p:sp>
      <p:pic>
        <p:nvPicPr>
          <p:cNvPr id="2050" name="Picture 2" descr="LUPA - Evaluación y Desarrollo">
            <a:extLst>
              <a:ext uri="{FF2B5EF4-FFF2-40B4-BE49-F238E27FC236}">
                <a16:creationId xmlns:a16="http://schemas.microsoft.com/office/drawing/2014/main" id="{5C7D5DA6-4151-7A1C-4B4F-12DF978A9B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66" y="1773054"/>
            <a:ext cx="2324100" cy="2269386"/>
          </a:xfrm>
          <a:prstGeom prst="ellipse">
            <a:avLst/>
          </a:prstGeom>
          <a:ln>
            <a:noFill/>
          </a:ln>
          <a:effectLst>
            <a:glow rad="63500">
              <a:schemeClr val="accent1">
                <a:satMod val="175000"/>
                <a:alpha val="40000"/>
              </a:schemeClr>
            </a:glow>
            <a:softEdge rad="112500"/>
          </a:effectLst>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EA7CE5C5-9A1C-B7B3-29DB-FCBC7A176AC6}"/>
              </a:ext>
            </a:extLst>
          </p:cNvPr>
          <p:cNvPicPr>
            <a:picLocks noChangeAspect="1"/>
          </p:cNvPicPr>
          <p:nvPr/>
        </p:nvPicPr>
        <p:blipFill>
          <a:blip r:embed="rId5"/>
          <a:stretch>
            <a:fillRect/>
          </a:stretch>
        </p:blipFill>
        <p:spPr>
          <a:xfrm>
            <a:off x="2394776" y="3740861"/>
            <a:ext cx="12192000" cy="6836845"/>
          </a:xfrm>
          <a:prstGeom prst="rect">
            <a:avLst/>
          </a:prstGeom>
        </p:spPr>
      </p:pic>
      <p:sp>
        <p:nvSpPr>
          <p:cNvPr id="107" name="CuadroTexto 106">
            <a:extLst>
              <a:ext uri="{FF2B5EF4-FFF2-40B4-BE49-F238E27FC236}">
                <a16:creationId xmlns:a16="http://schemas.microsoft.com/office/drawing/2014/main" id="{D1E523D9-765C-BA3A-4B70-542D4853B145}"/>
              </a:ext>
            </a:extLst>
          </p:cNvPr>
          <p:cNvSpPr txBox="1"/>
          <p:nvPr/>
        </p:nvSpPr>
        <p:spPr>
          <a:xfrm>
            <a:off x="4633134" y="6464638"/>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pic>
        <p:nvPicPr>
          <p:cNvPr id="2" name="Imagen 1">
            <a:extLst>
              <a:ext uri="{FF2B5EF4-FFF2-40B4-BE49-F238E27FC236}">
                <a16:creationId xmlns:a16="http://schemas.microsoft.com/office/drawing/2014/main" id="{00717A0E-78AC-DA27-33AD-469D26E7DDBD}"/>
              </a:ext>
            </a:extLst>
          </p:cNvPr>
          <p:cNvPicPr>
            <a:picLocks noChangeAspect="1"/>
          </p:cNvPicPr>
          <p:nvPr/>
        </p:nvPicPr>
        <p:blipFill>
          <a:blip r:embed="rId5"/>
          <a:stretch>
            <a:fillRect/>
          </a:stretch>
        </p:blipFill>
        <p:spPr>
          <a:xfrm>
            <a:off x="14202" y="-2043"/>
            <a:ext cx="12192000" cy="6858000"/>
          </a:xfrm>
          <a:prstGeom prst="rect">
            <a:avLst/>
          </a:prstGeom>
        </p:spPr>
      </p:pic>
    </p:spTree>
    <p:extLst>
      <p:ext uri="{BB962C8B-B14F-4D97-AF65-F5344CB8AC3E}">
        <p14:creationId xmlns:p14="http://schemas.microsoft.com/office/powerpoint/2010/main" val="426398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9" name="Rectángulo redondeado 21">
            <a:extLst>
              <a:ext uri="{FF2B5EF4-FFF2-40B4-BE49-F238E27FC236}">
                <a16:creationId xmlns:a16="http://schemas.microsoft.com/office/drawing/2014/main" id="{39E16B34-04F1-BD93-74BC-EF59114687BD}"/>
              </a:ext>
            </a:extLst>
          </p:cNvPr>
          <p:cNvSpPr/>
          <p:nvPr/>
        </p:nvSpPr>
        <p:spPr>
          <a:xfrm>
            <a:off x="1057947" y="2058495"/>
            <a:ext cx="1683529" cy="501378"/>
          </a:xfrm>
          <a:prstGeom prst="roundRect">
            <a:avLst/>
          </a:prstGeom>
          <a:ln>
            <a:noFill/>
          </a:ln>
          <a:effectLst>
            <a:glow rad="139700">
              <a:schemeClr val="accent6">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rtlCol="0" anchor="ctr"/>
          <a:lstStyle/>
          <a:p>
            <a:pPr algn="ctr"/>
            <a:r>
              <a:rPr lang="es-CO" sz="1400" b="1" dirty="0">
                <a:solidFill>
                  <a:srgbClr val="002060"/>
                </a:solidFill>
                <a:effectLst>
                  <a:outerShdw blurRad="38100" dist="38100" dir="2700000" algn="tl">
                    <a:srgbClr val="000000">
                      <a:alpha val="43137"/>
                    </a:srgbClr>
                  </a:outerShdw>
                </a:effectLst>
                <a:latin typeface="Nunito Sans ExtraBold" pitchFamily="2" charset="0"/>
              </a:rPr>
              <a:t>DITRA</a:t>
            </a:r>
          </a:p>
        </p:txBody>
      </p:sp>
      <p:pic>
        <p:nvPicPr>
          <p:cNvPr id="13" name="Imagen 12">
            <a:extLst>
              <a:ext uri="{FF2B5EF4-FFF2-40B4-BE49-F238E27FC236}">
                <a16:creationId xmlns:a16="http://schemas.microsoft.com/office/drawing/2014/main" id="{4EEEAA87-AC05-491F-1280-97ABC2596684}"/>
              </a:ext>
            </a:extLst>
          </p:cNvPr>
          <p:cNvPicPr>
            <a:picLocks noChangeAspect="1"/>
          </p:cNvPicPr>
          <p:nvPr/>
        </p:nvPicPr>
        <p:blipFill>
          <a:blip r:embed="rId3"/>
          <a:stretch>
            <a:fillRect/>
          </a:stretch>
        </p:blipFill>
        <p:spPr>
          <a:xfrm>
            <a:off x="0" y="0"/>
            <a:ext cx="12192000" cy="6858000"/>
          </a:xfrm>
          <a:prstGeom prst="rect">
            <a:avLst/>
          </a:prstGeom>
        </p:spPr>
      </p:pic>
      <p:sp>
        <p:nvSpPr>
          <p:cNvPr id="18" name="CuadroTexto 17">
            <a:extLst>
              <a:ext uri="{FF2B5EF4-FFF2-40B4-BE49-F238E27FC236}">
                <a16:creationId xmlns:a16="http://schemas.microsoft.com/office/drawing/2014/main" id="{64ADBD0B-A579-6715-83E5-1E88E1B9C50A}"/>
              </a:ext>
            </a:extLst>
          </p:cNvPr>
          <p:cNvSpPr txBox="1"/>
          <p:nvPr/>
        </p:nvSpPr>
        <p:spPr>
          <a:xfrm>
            <a:off x="5039614" y="6599645"/>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
        <p:nvSpPr>
          <p:cNvPr id="6" name="CuadroTexto 5">
            <a:extLst>
              <a:ext uri="{FF2B5EF4-FFF2-40B4-BE49-F238E27FC236}">
                <a16:creationId xmlns:a16="http://schemas.microsoft.com/office/drawing/2014/main" id="{166A06C8-3388-649B-8712-280A07C41FBB}"/>
              </a:ext>
            </a:extLst>
          </p:cNvPr>
          <p:cNvSpPr txBox="1"/>
          <p:nvPr/>
        </p:nvSpPr>
        <p:spPr>
          <a:xfrm>
            <a:off x="70130" y="6259258"/>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cxnSp>
        <p:nvCxnSpPr>
          <p:cNvPr id="3" name="Conector recto 2">
            <a:extLst>
              <a:ext uri="{FF2B5EF4-FFF2-40B4-BE49-F238E27FC236}">
                <a16:creationId xmlns:a16="http://schemas.microsoft.com/office/drawing/2014/main" id="{0CE1FCE8-3E1E-0B20-AD4A-3FFF8F6C4538}"/>
              </a:ext>
            </a:extLst>
          </p:cNvPr>
          <p:cNvCxnSpPr>
            <a:cxnSpLocks/>
          </p:cNvCxnSpPr>
          <p:nvPr/>
        </p:nvCxnSpPr>
        <p:spPr>
          <a:xfrm>
            <a:off x="499441" y="1585063"/>
            <a:ext cx="0" cy="772057"/>
          </a:xfrm>
          <a:prstGeom prst="line">
            <a:avLst/>
          </a:prstGeom>
          <a:ln w="38100">
            <a:solidFill>
              <a:srgbClr val="042058"/>
            </a:solidFill>
          </a:ln>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CE30A35E-2BC4-5575-0365-C6762640388C}"/>
              </a:ext>
            </a:extLst>
          </p:cNvPr>
          <p:cNvCxnSpPr>
            <a:cxnSpLocks/>
          </p:cNvCxnSpPr>
          <p:nvPr/>
        </p:nvCxnSpPr>
        <p:spPr>
          <a:xfrm>
            <a:off x="478786" y="2357120"/>
            <a:ext cx="598405" cy="297799"/>
          </a:xfrm>
          <a:prstGeom prst="line">
            <a:avLst/>
          </a:prstGeom>
          <a:ln w="38100">
            <a:solidFill>
              <a:srgbClr val="042058"/>
            </a:solidFill>
          </a:ln>
        </p:spPr>
        <p:style>
          <a:lnRef idx="1">
            <a:schemeClr val="accent1"/>
          </a:lnRef>
          <a:fillRef idx="0">
            <a:schemeClr val="accent1"/>
          </a:fillRef>
          <a:effectRef idx="0">
            <a:schemeClr val="accent1"/>
          </a:effectRef>
          <a:fontRef idx="minor">
            <a:schemeClr val="tx1"/>
          </a:fontRef>
        </p:style>
      </p:cxnSp>
      <p:sp>
        <p:nvSpPr>
          <p:cNvPr id="8" name="Rectángulo redondeado 21">
            <a:extLst>
              <a:ext uri="{FF2B5EF4-FFF2-40B4-BE49-F238E27FC236}">
                <a16:creationId xmlns:a16="http://schemas.microsoft.com/office/drawing/2014/main" id="{FE5182B9-28AB-688B-E489-57F14ABB5E16}"/>
              </a:ext>
            </a:extLst>
          </p:cNvPr>
          <p:cNvSpPr/>
          <p:nvPr/>
        </p:nvSpPr>
        <p:spPr>
          <a:xfrm>
            <a:off x="8916056" y="2512184"/>
            <a:ext cx="2813472" cy="409663"/>
          </a:xfrm>
          <a:prstGeom prst="roundRect">
            <a:avLst/>
          </a:prstGeom>
          <a:gradFill flip="none" rotWithShape="1">
            <a:gsLst>
              <a:gs pos="0">
                <a:schemeClr val="accent4">
                  <a:shade val="30000"/>
                  <a:satMod val="115000"/>
                </a:schemeClr>
              </a:gs>
              <a:gs pos="13000">
                <a:schemeClr val="accent4">
                  <a:shade val="67500"/>
                  <a:satMod val="115000"/>
                </a:schemeClr>
              </a:gs>
              <a:gs pos="100000">
                <a:schemeClr val="accent4">
                  <a:shade val="100000"/>
                  <a:satMod val="115000"/>
                </a:scheme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Jurisdicción Municipal </a:t>
            </a:r>
          </a:p>
        </p:txBody>
      </p:sp>
      <p:cxnSp>
        <p:nvCxnSpPr>
          <p:cNvPr id="9" name="Conector recto 8">
            <a:extLst>
              <a:ext uri="{FF2B5EF4-FFF2-40B4-BE49-F238E27FC236}">
                <a16:creationId xmlns:a16="http://schemas.microsoft.com/office/drawing/2014/main" id="{EE613DE9-0CEE-11B9-9F64-96D280E0B886}"/>
              </a:ext>
            </a:extLst>
          </p:cNvPr>
          <p:cNvCxnSpPr>
            <a:cxnSpLocks/>
          </p:cNvCxnSpPr>
          <p:nvPr/>
        </p:nvCxnSpPr>
        <p:spPr>
          <a:xfrm>
            <a:off x="509943" y="3322781"/>
            <a:ext cx="0" cy="2520051"/>
          </a:xfrm>
          <a:prstGeom prst="line">
            <a:avLst/>
          </a:prstGeom>
          <a:ln w="38100">
            <a:solidFill>
              <a:srgbClr val="042058"/>
            </a:solidFill>
          </a:ln>
        </p:spPr>
        <p:style>
          <a:lnRef idx="1">
            <a:schemeClr val="accent1"/>
          </a:lnRef>
          <a:fillRef idx="0">
            <a:schemeClr val="accent1"/>
          </a:fillRef>
          <a:effectRef idx="0">
            <a:schemeClr val="accent1"/>
          </a:effectRef>
          <a:fontRef idx="minor">
            <a:schemeClr val="tx1"/>
          </a:fontRef>
        </p:style>
      </p:cxnSp>
      <p:sp>
        <p:nvSpPr>
          <p:cNvPr id="11" name="Rectángulo redondeado 21">
            <a:extLst>
              <a:ext uri="{FF2B5EF4-FFF2-40B4-BE49-F238E27FC236}">
                <a16:creationId xmlns:a16="http://schemas.microsoft.com/office/drawing/2014/main" id="{8D42742F-D4D5-3261-263C-9C81C80F7B74}"/>
              </a:ext>
            </a:extLst>
          </p:cNvPr>
          <p:cNvSpPr/>
          <p:nvPr/>
        </p:nvSpPr>
        <p:spPr>
          <a:xfrm>
            <a:off x="10520071" y="4564937"/>
            <a:ext cx="1496558" cy="1277895"/>
          </a:xfrm>
          <a:prstGeom prst="roundRect">
            <a:avLst/>
          </a:prstGeom>
          <a:solidFill>
            <a:schemeClr val="bg1"/>
          </a:solidFill>
          <a:ln>
            <a:noFill/>
          </a:ln>
          <a:effectLst>
            <a:glow rad="63500">
              <a:schemeClr val="accent4">
                <a:satMod val="175000"/>
                <a:alpha val="40000"/>
              </a:schemeClr>
            </a:glow>
            <a:outerShdw blurRad="50800" dist="38100" dir="8100000" algn="t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3">
            <a:schemeClr val="lt1"/>
          </a:lnRef>
          <a:fillRef idx="1">
            <a:schemeClr val="accent1"/>
          </a:fillRef>
          <a:effectRef idx="1">
            <a:schemeClr val="accent1"/>
          </a:effectRef>
          <a:fontRef idx="minor">
            <a:schemeClr val="lt1"/>
          </a:fontRef>
        </p:style>
        <p:txBody>
          <a:bodyPr rtlCol="0" anchor="ctr"/>
          <a:lstStyle/>
          <a:p>
            <a:pPr algn="ctr"/>
            <a:r>
              <a:rPr lang="es-CO" sz="1200" b="1" dirty="0">
                <a:solidFill>
                  <a:srgbClr val="00243C"/>
                </a:solidFill>
                <a:latin typeface="Nunito Sans ExtraBold" pitchFamily="2" charset="0"/>
              </a:rPr>
              <a:t>Respecto de los no transportadores habilitados y autorizados</a:t>
            </a:r>
          </a:p>
        </p:txBody>
      </p:sp>
      <p:cxnSp>
        <p:nvCxnSpPr>
          <p:cNvPr id="12" name="Conector recto 11">
            <a:extLst>
              <a:ext uri="{FF2B5EF4-FFF2-40B4-BE49-F238E27FC236}">
                <a16:creationId xmlns:a16="http://schemas.microsoft.com/office/drawing/2014/main" id="{67403519-4ACD-6269-76AF-D3B7B9DB2614}"/>
              </a:ext>
            </a:extLst>
          </p:cNvPr>
          <p:cNvCxnSpPr>
            <a:cxnSpLocks/>
          </p:cNvCxnSpPr>
          <p:nvPr/>
        </p:nvCxnSpPr>
        <p:spPr>
          <a:xfrm>
            <a:off x="1055634" y="2660634"/>
            <a:ext cx="0" cy="360529"/>
          </a:xfrm>
          <a:prstGeom prst="line">
            <a:avLst/>
          </a:prstGeom>
          <a:ln w="38100">
            <a:solidFill>
              <a:srgbClr val="042058"/>
            </a:solidFill>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31E311F7-3808-7C14-F5F7-8B5A8F4C5D50}"/>
              </a:ext>
            </a:extLst>
          </p:cNvPr>
          <p:cNvCxnSpPr>
            <a:cxnSpLocks/>
          </p:cNvCxnSpPr>
          <p:nvPr/>
        </p:nvCxnSpPr>
        <p:spPr>
          <a:xfrm flipV="1">
            <a:off x="489281" y="3021376"/>
            <a:ext cx="579828" cy="299153"/>
          </a:xfrm>
          <a:prstGeom prst="line">
            <a:avLst/>
          </a:prstGeom>
          <a:ln w="38100">
            <a:solidFill>
              <a:srgbClr val="042058"/>
            </a:solidFill>
          </a:ln>
        </p:spPr>
        <p:style>
          <a:lnRef idx="1">
            <a:schemeClr val="accent1"/>
          </a:lnRef>
          <a:fillRef idx="0">
            <a:schemeClr val="accent1"/>
          </a:fillRef>
          <a:effectRef idx="0">
            <a:schemeClr val="accent1"/>
          </a:effectRef>
          <a:fontRef idx="minor">
            <a:schemeClr val="tx1"/>
          </a:fontRef>
        </p:style>
      </p:cxnSp>
      <p:sp>
        <p:nvSpPr>
          <p:cNvPr id="15" name="Rectángulo redondeado 21">
            <a:extLst>
              <a:ext uri="{FF2B5EF4-FFF2-40B4-BE49-F238E27FC236}">
                <a16:creationId xmlns:a16="http://schemas.microsoft.com/office/drawing/2014/main" id="{5828C74C-7172-7830-EC38-6E21135B95F3}"/>
              </a:ext>
            </a:extLst>
          </p:cNvPr>
          <p:cNvSpPr/>
          <p:nvPr/>
        </p:nvSpPr>
        <p:spPr>
          <a:xfrm>
            <a:off x="492038" y="1183509"/>
            <a:ext cx="3496865" cy="490752"/>
          </a:xfrm>
          <a:prstGeom prst="roundRect">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Quien impone los IUIT </a:t>
            </a:r>
          </a:p>
        </p:txBody>
      </p:sp>
      <p:sp>
        <p:nvSpPr>
          <p:cNvPr id="16" name="Rectángulo redondeado 21">
            <a:extLst>
              <a:ext uri="{FF2B5EF4-FFF2-40B4-BE49-F238E27FC236}">
                <a16:creationId xmlns:a16="http://schemas.microsoft.com/office/drawing/2014/main" id="{7B143A16-760A-B6A1-C9D3-2FFFD6F402A8}"/>
              </a:ext>
            </a:extLst>
          </p:cNvPr>
          <p:cNvSpPr/>
          <p:nvPr/>
        </p:nvSpPr>
        <p:spPr>
          <a:xfrm>
            <a:off x="5066879" y="2517121"/>
            <a:ext cx="2813472" cy="409663"/>
          </a:xfrm>
          <a:prstGeom prst="roundRect">
            <a:avLst/>
          </a:prstGeom>
          <a:gradFill flip="none" rotWithShape="1">
            <a:gsLst>
              <a:gs pos="0">
                <a:srgbClr val="0A8589">
                  <a:shade val="30000"/>
                  <a:satMod val="115000"/>
                </a:srgbClr>
              </a:gs>
              <a:gs pos="23000">
                <a:srgbClr val="0A8589">
                  <a:shade val="67500"/>
                  <a:satMod val="115000"/>
                </a:srgbClr>
              </a:gs>
              <a:gs pos="100000">
                <a:srgbClr val="0A8589">
                  <a:shade val="100000"/>
                  <a:satMod val="115000"/>
                </a:srgb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6"/>
          </a:lnRef>
          <a:fillRef idx="1">
            <a:schemeClr val="lt1"/>
          </a:fillRef>
          <a:effectRef idx="0">
            <a:schemeClr val="accent6"/>
          </a:effectRef>
          <a:fontRef idx="minor">
            <a:schemeClr val="dk1"/>
          </a:fontRef>
        </p:style>
        <p:txBody>
          <a:bodyPr rtlCol="0" anchor="ctr"/>
          <a:lstStyle/>
          <a:p>
            <a:pPr algn="ctr"/>
            <a:r>
              <a:rPr lang="es-CO" sz="1355" b="1" dirty="0">
                <a:solidFill>
                  <a:srgbClr val="00243C"/>
                </a:solidFill>
                <a:latin typeface="Nunito Sans ExtraBold" pitchFamily="2" charset="0"/>
              </a:rPr>
              <a:t>Jurisdicción Nacional</a:t>
            </a:r>
          </a:p>
        </p:txBody>
      </p:sp>
      <p:cxnSp>
        <p:nvCxnSpPr>
          <p:cNvPr id="17" name="Conector recto 16">
            <a:extLst>
              <a:ext uri="{FF2B5EF4-FFF2-40B4-BE49-F238E27FC236}">
                <a16:creationId xmlns:a16="http://schemas.microsoft.com/office/drawing/2014/main" id="{EE3C4480-706A-78DB-21D5-7429BF18B0F0}"/>
              </a:ext>
            </a:extLst>
          </p:cNvPr>
          <p:cNvCxnSpPr>
            <a:cxnSpLocks/>
          </p:cNvCxnSpPr>
          <p:nvPr/>
        </p:nvCxnSpPr>
        <p:spPr>
          <a:xfrm>
            <a:off x="8479362" y="1616205"/>
            <a:ext cx="0" cy="453937"/>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9" name="Rectángulo redondeado 21">
            <a:extLst>
              <a:ext uri="{FF2B5EF4-FFF2-40B4-BE49-F238E27FC236}">
                <a16:creationId xmlns:a16="http://schemas.microsoft.com/office/drawing/2014/main" id="{29893893-EA5E-6F6E-EECC-1E2E5A211969}"/>
              </a:ext>
            </a:extLst>
          </p:cNvPr>
          <p:cNvSpPr/>
          <p:nvPr/>
        </p:nvSpPr>
        <p:spPr>
          <a:xfrm>
            <a:off x="598466" y="3239835"/>
            <a:ext cx="2520653" cy="2544653"/>
          </a:xfrm>
          <a:prstGeom prst="roundRect">
            <a:avLst/>
          </a:prstGeom>
          <a:ln>
            <a:noFill/>
          </a:ln>
          <a:effectLst>
            <a:glow rad="139700">
              <a:schemeClr val="accent6">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rtlCol="0" anchor="ctr"/>
          <a:lstStyle/>
          <a:p>
            <a:pPr algn="ctr"/>
            <a:r>
              <a:rPr lang="es-CO" sz="1400" b="1" dirty="0">
                <a:solidFill>
                  <a:srgbClr val="00243C"/>
                </a:solidFill>
                <a:effectLst>
                  <a:outerShdw blurRad="38100" dist="38100" dir="2700000" algn="tl">
                    <a:srgbClr val="000000">
                      <a:alpha val="43137"/>
                    </a:srgbClr>
                  </a:outerShdw>
                </a:effectLst>
                <a:latin typeface="Nunito Sans ExtraBold" pitchFamily="2" charset="0"/>
              </a:rPr>
              <a:t>AGENTES DE TRÁNSITO</a:t>
            </a:r>
            <a:r>
              <a:rPr lang="es-CO" sz="1400" b="1" dirty="0">
                <a:solidFill>
                  <a:srgbClr val="00243C"/>
                </a:solidFill>
                <a:latin typeface="Nunito Sans ExtraBold" pitchFamily="2" charset="0"/>
              </a:rPr>
              <a:t>, </a:t>
            </a:r>
          </a:p>
          <a:p>
            <a:pPr algn="ctr"/>
            <a:r>
              <a:rPr lang="es-CO" sz="1400" b="1" dirty="0">
                <a:solidFill>
                  <a:srgbClr val="00243C"/>
                </a:solidFill>
                <a:latin typeface="Nunito Sans ExtraBold" pitchFamily="2" charset="0"/>
              </a:rPr>
              <a:t>VINCULADOS DE PLANTA, SUPERNUMERARIOS, CONTRATISTAS DE PRESTACIÓN DE SERVICIOS.</a:t>
            </a:r>
          </a:p>
        </p:txBody>
      </p:sp>
      <p:sp>
        <p:nvSpPr>
          <p:cNvPr id="20" name="Rectángulo redondeado 21">
            <a:extLst>
              <a:ext uri="{FF2B5EF4-FFF2-40B4-BE49-F238E27FC236}">
                <a16:creationId xmlns:a16="http://schemas.microsoft.com/office/drawing/2014/main" id="{0178049E-4815-B733-8AEF-F22797AA1A77}"/>
              </a:ext>
            </a:extLst>
          </p:cNvPr>
          <p:cNvSpPr/>
          <p:nvPr/>
        </p:nvSpPr>
        <p:spPr>
          <a:xfrm>
            <a:off x="6151621" y="3352059"/>
            <a:ext cx="1046412" cy="408041"/>
          </a:xfrm>
          <a:prstGeom prst="roundRect">
            <a:avLst/>
          </a:prstGeom>
          <a:ln>
            <a:noFill/>
          </a:ln>
          <a:effectLst>
            <a:glow rad="63500">
              <a:schemeClr val="accent5">
                <a:satMod val="175000"/>
                <a:alpha val="40000"/>
              </a:schemeClr>
            </a:glow>
            <a:outerShdw blurRad="50800" dist="38100" dir="8100000" algn="t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rtlCol="0" anchor="ctr"/>
          <a:lstStyle/>
          <a:p>
            <a:pPr algn="ctr"/>
            <a:r>
              <a:rPr lang="es-CO" sz="1200" b="1" dirty="0">
                <a:solidFill>
                  <a:srgbClr val="00243C"/>
                </a:solidFill>
                <a:latin typeface="Nunito Sans ExtraBold" pitchFamily="2" charset="0"/>
              </a:rPr>
              <a:t>ST</a:t>
            </a:r>
          </a:p>
        </p:txBody>
      </p:sp>
      <p:grpSp>
        <p:nvGrpSpPr>
          <p:cNvPr id="23" name="Grupo 22">
            <a:extLst>
              <a:ext uri="{FF2B5EF4-FFF2-40B4-BE49-F238E27FC236}">
                <a16:creationId xmlns:a16="http://schemas.microsoft.com/office/drawing/2014/main" id="{FF5A70FC-F92A-648B-E2E7-E7755641A411}"/>
              </a:ext>
            </a:extLst>
          </p:cNvPr>
          <p:cNvGrpSpPr/>
          <p:nvPr/>
        </p:nvGrpSpPr>
        <p:grpSpPr>
          <a:xfrm>
            <a:off x="456969" y="1969639"/>
            <a:ext cx="612139" cy="622201"/>
            <a:chOff x="5034330" y="2267183"/>
            <a:chExt cx="360000" cy="361967"/>
          </a:xfrm>
        </p:grpSpPr>
        <p:sp>
          <p:nvSpPr>
            <p:cNvPr id="24" name="Elipse 23">
              <a:extLst>
                <a:ext uri="{FF2B5EF4-FFF2-40B4-BE49-F238E27FC236}">
                  <a16:creationId xmlns:a16="http://schemas.microsoft.com/office/drawing/2014/main" id="{F4140216-D94D-8790-BA42-E08662C302F0}"/>
                </a:ext>
              </a:extLst>
            </p:cNvPr>
            <p:cNvSpPr/>
            <p:nvPr/>
          </p:nvSpPr>
          <p:spPr>
            <a:xfrm>
              <a:off x="5034330" y="2267183"/>
              <a:ext cx="360000" cy="3600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800" b="1" i="0" u="none" strike="noStrike" kern="1200" cap="none" spc="0" normalizeH="0" baseline="0" noProof="0">
                <a:ln>
                  <a:noFill/>
                </a:ln>
                <a:solidFill>
                  <a:schemeClr val="accent6"/>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25" name="Imagen 24">
              <a:extLst>
                <a:ext uri="{FF2B5EF4-FFF2-40B4-BE49-F238E27FC236}">
                  <a16:creationId xmlns:a16="http://schemas.microsoft.com/office/drawing/2014/main" id="{7FC99705-8294-CDF6-CCBE-9D09843AF081}"/>
                </a:ext>
              </a:extLst>
            </p:cNvPr>
            <p:cNvPicPr>
              <a:picLocks noChangeAspect="1"/>
            </p:cNvPicPr>
            <p:nvPr/>
          </p:nvPicPr>
          <p:blipFill>
            <a:blip r:embed="rId4"/>
            <a:stretch>
              <a:fillRect/>
            </a:stretch>
          </p:blipFill>
          <p:spPr>
            <a:xfrm>
              <a:off x="5034330" y="2269150"/>
              <a:ext cx="360000" cy="360000"/>
            </a:xfrm>
            <a:prstGeom prst="rect">
              <a:avLst/>
            </a:prstGeom>
          </p:spPr>
        </p:pic>
      </p:grpSp>
      <p:grpSp>
        <p:nvGrpSpPr>
          <p:cNvPr id="26" name="Grupo 25">
            <a:extLst>
              <a:ext uri="{FF2B5EF4-FFF2-40B4-BE49-F238E27FC236}">
                <a16:creationId xmlns:a16="http://schemas.microsoft.com/office/drawing/2014/main" id="{13F5B136-122D-73EB-0ED7-C868D990BE84}"/>
              </a:ext>
            </a:extLst>
          </p:cNvPr>
          <p:cNvGrpSpPr/>
          <p:nvPr/>
        </p:nvGrpSpPr>
        <p:grpSpPr>
          <a:xfrm>
            <a:off x="425005" y="3195444"/>
            <a:ext cx="520509" cy="512565"/>
            <a:chOff x="5021713" y="2724528"/>
            <a:chExt cx="360000" cy="360000"/>
          </a:xfrm>
        </p:grpSpPr>
        <p:sp>
          <p:nvSpPr>
            <p:cNvPr id="27" name="Elipse 26">
              <a:extLst>
                <a:ext uri="{FF2B5EF4-FFF2-40B4-BE49-F238E27FC236}">
                  <a16:creationId xmlns:a16="http://schemas.microsoft.com/office/drawing/2014/main" id="{FED16832-5CE7-4BD1-09C1-8E89FF3D1083}"/>
                </a:ext>
              </a:extLst>
            </p:cNvPr>
            <p:cNvSpPr/>
            <p:nvPr/>
          </p:nvSpPr>
          <p:spPr>
            <a:xfrm>
              <a:off x="5021713" y="2724528"/>
              <a:ext cx="360000" cy="360000"/>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endParaRPr>
            </a:p>
          </p:txBody>
        </p:sp>
        <p:pic>
          <p:nvPicPr>
            <p:cNvPr id="28" name="Imagen 27">
              <a:extLst>
                <a:ext uri="{FF2B5EF4-FFF2-40B4-BE49-F238E27FC236}">
                  <a16:creationId xmlns:a16="http://schemas.microsoft.com/office/drawing/2014/main" id="{333DB065-6C2D-4EC1-DDE1-F5DD689F8961}"/>
                </a:ext>
              </a:extLst>
            </p:cNvPr>
            <p:cNvPicPr>
              <a:picLocks noChangeAspect="1"/>
            </p:cNvPicPr>
            <p:nvPr/>
          </p:nvPicPr>
          <p:blipFill>
            <a:blip r:embed="rId5"/>
            <a:stretch>
              <a:fillRect/>
            </a:stretch>
          </p:blipFill>
          <p:spPr>
            <a:xfrm>
              <a:off x="5053677" y="2746703"/>
              <a:ext cx="315550" cy="315550"/>
            </a:xfrm>
            <a:prstGeom prst="rect">
              <a:avLst/>
            </a:prstGeom>
          </p:spPr>
        </p:pic>
      </p:grpSp>
      <p:sp>
        <p:nvSpPr>
          <p:cNvPr id="31" name="Rectángulo redondeado 21">
            <a:extLst>
              <a:ext uri="{FF2B5EF4-FFF2-40B4-BE49-F238E27FC236}">
                <a16:creationId xmlns:a16="http://schemas.microsoft.com/office/drawing/2014/main" id="{ECE46B49-8573-9A22-4443-39053EF5E8AF}"/>
              </a:ext>
            </a:extLst>
          </p:cNvPr>
          <p:cNvSpPr/>
          <p:nvPr/>
        </p:nvSpPr>
        <p:spPr>
          <a:xfrm>
            <a:off x="6613337" y="1122376"/>
            <a:ext cx="3893520" cy="448228"/>
          </a:xfrm>
          <a:prstGeom prst="roundRect">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Quien Investiga </a:t>
            </a:r>
          </a:p>
        </p:txBody>
      </p:sp>
      <p:cxnSp>
        <p:nvCxnSpPr>
          <p:cNvPr id="33" name="Conector recto 32">
            <a:extLst>
              <a:ext uri="{FF2B5EF4-FFF2-40B4-BE49-F238E27FC236}">
                <a16:creationId xmlns:a16="http://schemas.microsoft.com/office/drawing/2014/main" id="{60B30CB3-A6AE-556C-3595-6DE651B859FC}"/>
              </a:ext>
            </a:extLst>
          </p:cNvPr>
          <p:cNvCxnSpPr>
            <a:cxnSpLocks/>
          </p:cNvCxnSpPr>
          <p:nvPr/>
        </p:nvCxnSpPr>
        <p:spPr>
          <a:xfrm flipH="1">
            <a:off x="6652791" y="2064195"/>
            <a:ext cx="3893521" cy="0"/>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99D452A1-2246-D654-7685-6F75DE38845F}"/>
              </a:ext>
            </a:extLst>
          </p:cNvPr>
          <p:cNvCxnSpPr>
            <a:cxnSpLocks/>
          </p:cNvCxnSpPr>
          <p:nvPr/>
        </p:nvCxnSpPr>
        <p:spPr>
          <a:xfrm>
            <a:off x="6648553" y="2043493"/>
            <a:ext cx="0" cy="453937"/>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AE5E9C6F-AE0B-6097-EA40-2FA6C34AD997}"/>
              </a:ext>
            </a:extLst>
          </p:cNvPr>
          <p:cNvCxnSpPr>
            <a:cxnSpLocks/>
          </p:cNvCxnSpPr>
          <p:nvPr/>
        </p:nvCxnSpPr>
        <p:spPr>
          <a:xfrm>
            <a:off x="10536562" y="2069442"/>
            <a:ext cx="0" cy="453937"/>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7" name="Rectángulo redondeado 21">
            <a:extLst>
              <a:ext uri="{FF2B5EF4-FFF2-40B4-BE49-F238E27FC236}">
                <a16:creationId xmlns:a16="http://schemas.microsoft.com/office/drawing/2014/main" id="{73907E85-4243-8F93-9976-44D2E360903C}"/>
              </a:ext>
            </a:extLst>
          </p:cNvPr>
          <p:cNvSpPr/>
          <p:nvPr/>
        </p:nvSpPr>
        <p:spPr>
          <a:xfrm>
            <a:off x="5931529" y="4022298"/>
            <a:ext cx="1486597" cy="1989158"/>
          </a:xfrm>
          <a:prstGeom prst="roundRect">
            <a:avLst/>
          </a:prstGeom>
          <a:ln>
            <a:noFill/>
          </a:ln>
          <a:effectLst>
            <a:glow rad="63500">
              <a:schemeClr val="accent5">
                <a:satMod val="175000"/>
                <a:alpha val="40000"/>
              </a:schemeClr>
            </a:glow>
            <a:outerShdw blurRad="50800" dist="38100" dir="8100000" algn="t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2">
            <a:schemeClr val="accent6"/>
          </a:lnRef>
          <a:fillRef idx="1">
            <a:schemeClr val="lt1"/>
          </a:fillRef>
          <a:effectRef idx="0">
            <a:schemeClr val="accent6"/>
          </a:effectRef>
          <a:fontRef idx="minor">
            <a:schemeClr val="dk1"/>
          </a:fontRef>
        </p:style>
        <p:txBody>
          <a:bodyPr rtlCol="0" anchor="ctr"/>
          <a:lstStyle/>
          <a:p>
            <a:pPr algn="just"/>
            <a:r>
              <a:rPr lang="es-CO" sz="1100" b="1" dirty="0">
                <a:solidFill>
                  <a:srgbClr val="00243C"/>
                </a:solidFill>
                <a:latin typeface="Nunito Sans ExtraBold" pitchFamily="2" charset="0"/>
              </a:rPr>
              <a:t>MODALIDADES</a:t>
            </a:r>
          </a:p>
          <a:p>
            <a:pPr marL="171450" indent="-171450" algn="just">
              <a:buFont typeface="Wingdings" panose="05000000000000000000" pitchFamily="2" charset="2"/>
              <a:buChar char="ü"/>
            </a:pPr>
            <a:endParaRPr lang="es-CO" sz="1100" b="1" dirty="0">
              <a:solidFill>
                <a:srgbClr val="00243C"/>
              </a:solidFill>
              <a:latin typeface="Nunito Sans ExtraBold" pitchFamily="2" charset="0"/>
            </a:endParaRP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Transporte intermunicipal de pasajeros</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Carga</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Especial</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Mixto de radio de acción intermunicipal </a:t>
            </a:r>
          </a:p>
        </p:txBody>
      </p:sp>
      <p:sp>
        <p:nvSpPr>
          <p:cNvPr id="38" name="Rectángulo redondeado 21">
            <a:extLst>
              <a:ext uri="{FF2B5EF4-FFF2-40B4-BE49-F238E27FC236}">
                <a16:creationId xmlns:a16="http://schemas.microsoft.com/office/drawing/2014/main" id="{C921CCBC-58B4-61A7-5E2C-9889F87AF2F5}"/>
              </a:ext>
            </a:extLst>
          </p:cNvPr>
          <p:cNvSpPr/>
          <p:nvPr/>
        </p:nvSpPr>
        <p:spPr>
          <a:xfrm>
            <a:off x="8906600" y="4590882"/>
            <a:ext cx="1486597" cy="1906934"/>
          </a:xfrm>
          <a:prstGeom prst="roundRect">
            <a:avLst/>
          </a:prstGeom>
          <a:solidFill>
            <a:schemeClr val="bg1"/>
          </a:solidFill>
          <a:ln>
            <a:noFill/>
          </a:ln>
          <a:effectLst>
            <a:glow rad="63500">
              <a:schemeClr val="accent4">
                <a:satMod val="175000"/>
                <a:alpha val="40000"/>
              </a:schemeClr>
            </a:glow>
            <a:outerShdw blurRad="50800" dist="38100" dir="8100000" algn="tr" rotWithShape="0">
              <a:prstClr val="black">
                <a:alpha val="40000"/>
              </a:prstClr>
            </a:outerShdw>
          </a:effectLst>
          <a:scene3d>
            <a:camera prst="orthographicFront">
              <a:rot lat="0" lon="0" rev="0"/>
            </a:camera>
            <a:lightRig rig="contrasting" dir="t">
              <a:rot lat="0" lon="0" rev="7800000"/>
            </a:lightRig>
          </a:scene3d>
          <a:sp3d>
            <a:bevelT w="139700" h="139700"/>
          </a:sp3d>
        </p:spPr>
        <p:style>
          <a:lnRef idx="3">
            <a:schemeClr val="lt1"/>
          </a:lnRef>
          <a:fillRef idx="1">
            <a:schemeClr val="accent1"/>
          </a:fillRef>
          <a:effectRef idx="1">
            <a:schemeClr val="accent1"/>
          </a:effectRef>
          <a:fontRef idx="minor">
            <a:schemeClr val="lt1"/>
          </a:fontRef>
        </p:style>
        <p:txBody>
          <a:bodyPr rtlCol="0" anchor="ctr"/>
          <a:lstStyle/>
          <a:p>
            <a:pPr algn="just"/>
            <a:r>
              <a:rPr lang="es-CO" sz="1100" b="1" dirty="0">
                <a:solidFill>
                  <a:srgbClr val="00243C"/>
                </a:solidFill>
                <a:latin typeface="Nunito Sans ExtraBold" pitchFamily="2" charset="0"/>
              </a:rPr>
              <a:t>MODALIDADES</a:t>
            </a:r>
          </a:p>
          <a:p>
            <a:pPr marL="171450" indent="-171450" algn="just">
              <a:buFont typeface="Wingdings" panose="05000000000000000000" pitchFamily="2" charset="2"/>
              <a:buChar char="ü"/>
            </a:pPr>
            <a:endParaRPr lang="es-CO" sz="1100" b="1" dirty="0">
              <a:solidFill>
                <a:srgbClr val="00243C"/>
              </a:solidFill>
              <a:latin typeface="Nunito Sans ExtraBold" pitchFamily="2" charset="0"/>
            </a:endParaRP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Transporte individual</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Colectivo</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Especial</a:t>
            </a:r>
          </a:p>
          <a:p>
            <a:pPr marL="171450" indent="-171450" algn="just">
              <a:buFont typeface="Wingdings" panose="05000000000000000000" pitchFamily="2" charset="2"/>
              <a:buChar char="ü"/>
            </a:pPr>
            <a:r>
              <a:rPr lang="es-CO" sz="1100" b="1" dirty="0">
                <a:solidFill>
                  <a:srgbClr val="00243C"/>
                </a:solidFill>
                <a:latin typeface="Nunito Sans ExtraBold" pitchFamily="2" charset="0"/>
              </a:rPr>
              <a:t>Mixto de radio de acción municipal </a:t>
            </a:r>
          </a:p>
        </p:txBody>
      </p:sp>
      <p:sp>
        <p:nvSpPr>
          <p:cNvPr id="39" name="Rectángulo redondeado 21">
            <a:extLst>
              <a:ext uri="{FF2B5EF4-FFF2-40B4-BE49-F238E27FC236}">
                <a16:creationId xmlns:a16="http://schemas.microsoft.com/office/drawing/2014/main" id="{03589774-7D28-B98C-6CD2-204054E1194D}"/>
              </a:ext>
            </a:extLst>
          </p:cNvPr>
          <p:cNvSpPr/>
          <p:nvPr/>
        </p:nvSpPr>
        <p:spPr>
          <a:xfrm>
            <a:off x="8953522" y="3364589"/>
            <a:ext cx="2813472" cy="862300"/>
          </a:xfrm>
          <a:prstGeom prst="roundRect">
            <a:avLst/>
          </a:prstGeom>
          <a:solidFill>
            <a:schemeClr val="bg1"/>
          </a:solidFill>
          <a:ln>
            <a:noFill/>
          </a:ln>
          <a:effectLst>
            <a:glow rad="63500">
              <a:schemeClr val="accent4">
                <a:satMod val="175000"/>
                <a:alpha val="4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Alcaldes </a:t>
            </a:r>
          </a:p>
          <a:p>
            <a:pPr algn="ctr"/>
            <a:r>
              <a:rPr lang="es-CO" sz="1355" b="1" dirty="0">
                <a:solidFill>
                  <a:srgbClr val="00243C"/>
                </a:solidFill>
                <a:latin typeface="Nunito Sans ExtraBold" pitchFamily="2" charset="0"/>
              </a:rPr>
              <a:t>Organismos de Transporte y/o las dependencias en quienes deleguen esta función</a:t>
            </a:r>
          </a:p>
        </p:txBody>
      </p:sp>
      <p:cxnSp>
        <p:nvCxnSpPr>
          <p:cNvPr id="40" name="Conector recto 39">
            <a:extLst>
              <a:ext uri="{FF2B5EF4-FFF2-40B4-BE49-F238E27FC236}">
                <a16:creationId xmlns:a16="http://schemas.microsoft.com/office/drawing/2014/main" id="{52F0C856-B76A-2769-7A55-C46BBB31C036}"/>
              </a:ext>
            </a:extLst>
          </p:cNvPr>
          <p:cNvCxnSpPr>
            <a:cxnSpLocks/>
          </p:cNvCxnSpPr>
          <p:nvPr/>
        </p:nvCxnSpPr>
        <p:spPr>
          <a:xfrm>
            <a:off x="6664318" y="2900082"/>
            <a:ext cx="0" cy="453937"/>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F67CB7DC-2E46-E833-C415-75F35C1697A3}"/>
              </a:ext>
            </a:extLst>
          </p:cNvPr>
          <p:cNvCxnSpPr>
            <a:cxnSpLocks/>
          </p:cNvCxnSpPr>
          <p:nvPr/>
        </p:nvCxnSpPr>
        <p:spPr>
          <a:xfrm>
            <a:off x="10541817" y="2898122"/>
            <a:ext cx="0" cy="453937"/>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9" name="Conector recto 48">
            <a:extLst>
              <a:ext uri="{FF2B5EF4-FFF2-40B4-BE49-F238E27FC236}">
                <a16:creationId xmlns:a16="http://schemas.microsoft.com/office/drawing/2014/main" id="{006C8D92-E773-EDD9-0C41-F6A37D9DBCC8}"/>
              </a:ext>
            </a:extLst>
          </p:cNvPr>
          <p:cNvCxnSpPr>
            <a:cxnSpLocks/>
          </p:cNvCxnSpPr>
          <p:nvPr/>
        </p:nvCxnSpPr>
        <p:spPr>
          <a:xfrm>
            <a:off x="6661158" y="3805700"/>
            <a:ext cx="0" cy="204020"/>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4" name="Conector recto 53">
            <a:extLst>
              <a:ext uri="{FF2B5EF4-FFF2-40B4-BE49-F238E27FC236}">
                <a16:creationId xmlns:a16="http://schemas.microsoft.com/office/drawing/2014/main" id="{9486FBAF-AB48-4587-D06A-7D4CA6D97BF5}"/>
              </a:ext>
            </a:extLst>
          </p:cNvPr>
          <p:cNvCxnSpPr>
            <a:cxnSpLocks/>
          </p:cNvCxnSpPr>
          <p:nvPr/>
        </p:nvCxnSpPr>
        <p:spPr>
          <a:xfrm>
            <a:off x="10536562" y="4226889"/>
            <a:ext cx="651641" cy="338048"/>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6" name="Conector recto 55">
            <a:extLst>
              <a:ext uri="{FF2B5EF4-FFF2-40B4-BE49-F238E27FC236}">
                <a16:creationId xmlns:a16="http://schemas.microsoft.com/office/drawing/2014/main" id="{A913D0C8-F54E-7CDE-B19B-CEDFCE3B3C69}"/>
              </a:ext>
            </a:extLst>
          </p:cNvPr>
          <p:cNvCxnSpPr>
            <a:cxnSpLocks/>
          </p:cNvCxnSpPr>
          <p:nvPr/>
        </p:nvCxnSpPr>
        <p:spPr>
          <a:xfrm flipH="1">
            <a:off x="9823038" y="4229927"/>
            <a:ext cx="686927" cy="345520"/>
          </a:xfrm>
          <a:prstGeom prst="line">
            <a:avLst/>
          </a:prstGeom>
          <a:ln w="38100">
            <a:solidFill>
              <a:srgbClr val="042058"/>
            </a:solidFill>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9FF32024-3B2F-16CB-8636-A7B8046083D3}"/>
              </a:ext>
            </a:extLst>
          </p:cNvPr>
          <p:cNvCxnSpPr/>
          <p:nvPr/>
        </p:nvCxnSpPr>
        <p:spPr>
          <a:xfrm>
            <a:off x="4372650" y="1532036"/>
            <a:ext cx="0" cy="4697805"/>
          </a:xfrm>
          <a:prstGeom prst="line">
            <a:avLst/>
          </a:prstGeom>
          <a:ln w="57150" cap="flat" cmpd="sng" algn="ctr">
            <a:solidFill>
              <a:srgbClr val="00243C"/>
            </a:solidFill>
            <a:prstDash val="dash"/>
            <a:round/>
            <a:headEnd type="none" w="med" len="med"/>
            <a:tailEnd type="none" w="med" len="med"/>
          </a:ln>
          <a:effectLst>
            <a:glow rad="63500">
              <a:schemeClr val="accent3">
                <a:satMod val="175000"/>
                <a:alpha val="40000"/>
              </a:schemeClr>
            </a:glow>
          </a:effectLst>
        </p:spPr>
        <p:style>
          <a:lnRef idx="0">
            <a:scrgbClr r="0" g="0" b="0"/>
          </a:lnRef>
          <a:fillRef idx="0">
            <a:scrgbClr r="0" g="0" b="0"/>
          </a:fillRef>
          <a:effectRef idx="0">
            <a:scrgbClr r="0" g="0" b="0"/>
          </a:effectRef>
          <a:fontRef idx="minor">
            <a:schemeClr val="tx1"/>
          </a:fontRef>
        </p:style>
      </p:cxnSp>
      <p:sp>
        <p:nvSpPr>
          <p:cNvPr id="63" name="CuadroTexto 62">
            <a:extLst>
              <a:ext uri="{FF2B5EF4-FFF2-40B4-BE49-F238E27FC236}">
                <a16:creationId xmlns:a16="http://schemas.microsoft.com/office/drawing/2014/main" id="{A0899E88-8700-E2CD-1903-2ECC0179928A}"/>
              </a:ext>
            </a:extLst>
          </p:cNvPr>
          <p:cNvSpPr txBox="1"/>
          <p:nvPr/>
        </p:nvSpPr>
        <p:spPr>
          <a:xfrm>
            <a:off x="2318057" y="239480"/>
            <a:ext cx="7457440" cy="1938992"/>
          </a:xfrm>
          <a:prstGeom prst="rect">
            <a:avLst/>
          </a:prstGeom>
          <a:noFill/>
        </p:spPr>
        <p:txBody>
          <a:bodyPr wrap="square">
            <a:spAutoFit/>
          </a:bodyPr>
          <a:lstStyle/>
          <a:p>
            <a:pPr algn="ctr"/>
            <a:r>
              <a:rPr lang="es-CO" sz="2400" b="1" dirty="0">
                <a:solidFill>
                  <a:srgbClr val="042C44"/>
                </a:solidFill>
                <a:effectLst>
                  <a:outerShdw blurRad="38100" dist="38100" dir="2700000" algn="tl">
                    <a:srgbClr val="000000">
                      <a:alpha val="43137"/>
                    </a:srgbClr>
                  </a:outerShdw>
                </a:effectLst>
                <a:latin typeface="Nunito Sans ExtraBold" pitchFamily="2" charset="0"/>
              </a:rPr>
              <a:t> Competencias de la Circular ST del 30 de marzo de 2023 </a:t>
            </a:r>
          </a:p>
          <a:p>
            <a:pPr algn="ctr"/>
            <a:endParaRPr lang="es-CO" sz="2400" b="1" dirty="0">
              <a:solidFill>
                <a:srgbClr val="042C44"/>
              </a:solidFill>
              <a:effectLst>
                <a:outerShdw blurRad="38100" dist="38100" dir="2700000" algn="tl">
                  <a:srgbClr val="000000">
                    <a:alpha val="43137"/>
                  </a:srgbClr>
                </a:outerShdw>
              </a:effectLst>
              <a:latin typeface="Nunito Sans ExtraBold" pitchFamily="2" charset="0"/>
            </a:endParaRPr>
          </a:p>
          <a:p>
            <a:pPr algn="ctr"/>
            <a:r>
              <a:rPr lang="es-CO" sz="2400" b="1" dirty="0">
                <a:solidFill>
                  <a:srgbClr val="042C44"/>
                </a:solidFill>
                <a:effectLst>
                  <a:outerShdw blurRad="38100" dist="38100" dir="2700000" algn="tl">
                    <a:srgbClr val="000000">
                      <a:alpha val="43137"/>
                    </a:srgbClr>
                  </a:outerShdw>
                </a:effectLst>
                <a:latin typeface="Nunito Sans ExtraBold" pitchFamily="2" charset="0"/>
              </a:rPr>
              <a:t> </a:t>
            </a:r>
          </a:p>
          <a:p>
            <a:pPr algn="ctr"/>
            <a:r>
              <a:rPr lang="es-CO" sz="2400" dirty="0">
                <a:effectLst>
                  <a:outerShdw blurRad="38100" dist="38100" dir="2700000" algn="tl">
                    <a:srgbClr val="000000">
                      <a:alpha val="43137"/>
                    </a:srgbClr>
                  </a:outerShdw>
                </a:effectLst>
                <a:latin typeface="Nunito Sans ExtraBold" pitchFamily="2" charset="0"/>
              </a:rPr>
              <a:t> </a:t>
            </a:r>
          </a:p>
        </p:txBody>
      </p:sp>
    </p:spTree>
    <p:extLst>
      <p:ext uri="{BB962C8B-B14F-4D97-AF65-F5344CB8AC3E}">
        <p14:creationId xmlns:p14="http://schemas.microsoft.com/office/powerpoint/2010/main" val="3242615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1" name="Rectángulo redondeado 21">
            <a:extLst>
              <a:ext uri="{FF2B5EF4-FFF2-40B4-BE49-F238E27FC236}">
                <a16:creationId xmlns:a16="http://schemas.microsoft.com/office/drawing/2014/main" id="{50B7FB80-4E02-88FF-B98D-78C534598AD0}"/>
              </a:ext>
            </a:extLst>
          </p:cNvPr>
          <p:cNvSpPr/>
          <p:nvPr/>
        </p:nvSpPr>
        <p:spPr>
          <a:xfrm>
            <a:off x="6787970" y="2003463"/>
            <a:ext cx="5160190" cy="2223097"/>
          </a:xfrm>
          <a:prstGeom prst="roundRect">
            <a:avLst/>
          </a:prstGeom>
          <a:solidFill>
            <a:schemeClr val="bg1"/>
          </a:solidFill>
          <a:ln>
            <a:solidFill>
              <a:srgbClr val="002060"/>
            </a:solidFill>
          </a:ln>
          <a:effectLst>
            <a:glow rad="101600">
              <a:schemeClr val="accent6">
                <a:satMod val="175000"/>
                <a:alpha val="40000"/>
              </a:schemeClr>
            </a:glow>
          </a:effectLst>
        </p:spPr>
        <p:style>
          <a:lnRef idx="3">
            <a:schemeClr val="lt1"/>
          </a:lnRef>
          <a:fillRef idx="1">
            <a:schemeClr val="accent1"/>
          </a:fillRef>
          <a:effectRef idx="1">
            <a:schemeClr val="accent1"/>
          </a:effectRef>
          <a:fontRef idx="minor">
            <a:schemeClr val="lt1"/>
          </a:fontRef>
        </p:style>
        <p:txBody>
          <a:bodyPr rtlCol="0" anchor="ctr"/>
          <a:lstStyle/>
          <a:p>
            <a:pPr algn="just"/>
            <a:r>
              <a:rPr lang="es-CO" sz="1355" b="1" dirty="0">
                <a:solidFill>
                  <a:srgbClr val="00243C"/>
                </a:solidFill>
                <a:latin typeface="Nunito Sans ExtraBold" pitchFamily="2" charset="0"/>
              </a:rPr>
              <a:t>(…) “</a:t>
            </a:r>
            <a:r>
              <a:rPr lang="es-CO" sz="1355" b="1" i="1" dirty="0">
                <a:solidFill>
                  <a:srgbClr val="00243C"/>
                </a:solidFill>
                <a:latin typeface="Nunito Sans ExtraBold" pitchFamily="2" charset="0"/>
              </a:rPr>
              <a:t>Conforme al antecedente, se advierte que las sanciones al tránsito y al transporte descritas, impuestas a una misma persona, no representarían en principio una violación del principio constitucional non bis in ídem, en la medida que difieren </a:t>
            </a:r>
            <a:r>
              <a:rPr lang="es-CO" sz="1355" b="1" i="1" dirty="0">
                <a:solidFill>
                  <a:srgbClr val="00243C"/>
                </a:solidFill>
                <a:effectLst>
                  <a:outerShdw blurRad="38100" dist="38100" dir="2700000" algn="tl">
                    <a:srgbClr val="000000">
                      <a:alpha val="43137"/>
                    </a:srgbClr>
                  </a:outerShdw>
                </a:effectLst>
                <a:latin typeface="Nunito Sans ExtraBold" pitchFamily="2" charset="0"/>
              </a:rPr>
              <a:t>“su finalidad, el bien jurídico tutelado, la norma que se confronta con el comportamiento sancionable o la jurisdicción que le impone la sanción</a:t>
            </a:r>
            <a:r>
              <a:rPr lang="es-CO" sz="1355" b="1" i="1" dirty="0">
                <a:solidFill>
                  <a:srgbClr val="00243C"/>
                </a:solidFill>
                <a:latin typeface="Nunito Sans ExtraBold" pitchFamily="2" charset="0"/>
              </a:rPr>
              <a:t>”</a:t>
            </a:r>
            <a:r>
              <a:rPr lang="es-CO" sz="1355" b="1" dirty="0">
                <a:solidFill>
                  <a:srgbClr val="00243C"/>
                </a:solidFill>
                <a:latin typeface="Nunito Sans ExtraBold" pitchFamily="2" charset="0"/>
              </a:rPr>
              <a:t>…. (…)”</a:t>
            </a:r>
          </a:p>
        </p:txBody>
      </p:sp>
      <p:pic>
        <p:nvPicPr>
          <p:cNvPr id="23" name="Imagen 22" descr="Un grupo de personas disfrazadas posando&#10;&#10;Descripción generada automáticamente">
            <a:extLst>
              <a:ext uri="{FF2B5EF4-FFF2-40B4-BE49-F238E27FC236}">
                <a16:creationId xmlns:a16="http://schemas.microsoft.com/office/drawing/2014/main" id="{9C3E98B3-90C0-BC97-599F-08A1D28FF85B}"/>
              </a:ext>
            </a:extLst>
          </p:cNvPr>
          <p:cNvPicPr>
            <a:picLocks noChangeAspect="1"/>
          </p:cNvPicPr>
          <p:nvPr/>
        </p:nvPicPr>
        <p:blipFill>
          <a:blip r:embed="rId3"/>
          <a:stretch>
            <a:fillRect/>
          </a:stretch>
        </p:blipFill>
        <p:spPr>
          <a:xfrm>
            <a:off x="6433554" y="3139440"/>
            <a:ext cx="5772648" cy="3716517"/>
          </a:xfrm>
          <a:prstGeom prst="rect">
            <a:avLst/>
          </a:prstGeom>
        </p:spPr>
      </p:pic>
      <p:sp>
        <p:nvSpPr>
          <p:cNvPr id="6" name="CuadroTexto 5">
            <a:extLst>
              <a:ext uri="{FF2B5EF4-FFF2-40B4-BE49-F238E27FC236}">
                <a16:creationId xmlns:a16="http://schemas.microsoft.com/office/drawing/2014/main" id="{166A06C8-3388-649B-8712-280A07C41FBB}"/>
              </a:ext>
            </a:extLst>
          </p:cNvPr>
          <p:cNvSpPr txBox="1"/>
          <p:nvPr/>
        </p:nvSpPr>
        <p:spPr>
          <a:xfrm>
            <a:off x="115515" y="6085320"/>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sp>
        <p:nvSpPr>
          <p:cNvPr id="2" name="CuadroTexto 1">
            <a:extLst>
              <a:ext uri="{FF2B5EF4-FFF2-40B4-BE49-F238E27FC236}">
                <a16:creationId xmlns:a16="http://schemas.microsoft.com/office/drawing/2014/main" id="{9829E687-8E62-7043-DEF2-D69D56BEEC15}"/>
              </a:ext>
            </a:extLst>
          </p:cNvPr>
          <p:cNvSpPr txBox="1"/>
          <p:nvPr/>
        </p:nvSpPr>
        <p:spPr>
          <a:xfrm>
            <a:off x="2484773" y="237703"/>
            <a:ext cx="7457440" cy="1631216"/>
          </a:xfrm>
          <a:prstGeom prst="rect">
            <a:avLst/>
          </a:prstGeom>
          <a:noFill/>
        </p:spPr>
        <p:txBody>
          <a:bodyPr wrap="square">
            <a:spAutoFit/>
          </a:bodyPr>
          <a:lstStyle/>
          <a:p>
            <a:pPr algn="ctr"/>
            <a:r>
              <a:rPr lang="es-CO" sz="2000" b="1" dirty="0">
                <a:solidFill>
                  <a:srgbClr val="042C44"/>
                </a:solidFill>
                <a:effectLst>
                  <a:outerShdw blurRad="38100" dist="38100" dir="2700000" algn="tl">
                    <a:srgbClr val="000000">
                      <a:alpha val="43137"/>
                    </a:srgbClr>
                  </a:outerShdw>
                </a:effectLst>
                <a:latin typeface="Nunito Sans ExtraBold" pitchFamily="2" charset="0"/>
              </a:rPr>
              <a:t> Lineamientos de la Circular ST del 30 de marzo de 2023 </a:t>
            </a:r>
          </a:p>
          <a:p>
            <a:pPr algn="ctr"/>
            <a:endParaRPr lang="es-CO" sz="2000" b="1" dirty="0">
              <a:solidFill>
                <a:srgbClr val="042C44"/>
              </a:solidFill>
              <a:effectLst>
                <a:outerShdw blurRad="38100" dist="38100" dir="2700000" algn="tl">
                  <a:srgbClr val="000000">
                    <a:alpha val="43137"/>
                  </a:srgbClr>
                </a:outerShdw>
              </a:effectLst>
              <a:latin typeface="Nunito Sans ExtraBold" pitchFamily="2" charset="0"/>
            </a:endParaRPr>
          </a:p>
          <a:p>
            <a:pPr algn="ctr"/>
            <a:r>
              <a:rPr lang="es-CO" sz="2000" b="1" dirty="0">
                <a:solidFill>
                  <a:srgbClr val="042C44"/>
                </a:solidFill>
                <a:effectLst>
                  <a:outerShdw blurRad="38100" dist="38100" dir="2700000" algn="tl">
                    <a:srgbClr val="000000">
                      <a:alpha val="43137"/>
                    </a:srgbClr>
                  </a:outerShdw>
                </a:effectLst>
                <a:latin typeface="Nunito Sans ExtraBold" pitchFamily="2" charset="0"/>
              </a:rPr>
              <a:t>(</a:t>
            </a:r>
            <a:r>
              <a:rPr lang="es-ES" sz="1600" b="1" dirty="0">
                <a:solidFill>
                  <a:srgbClr val="042C44"/>
                </a:solidFill>
                <a:effectLst>
                  <a:outerShdw blurRad="38100" dist="38100" dir="2700000" algn="tl">
                    <a:srgbClr val="000000">
                      <a:alpha val="43137"/>
                    </a:srgbClr>
                  </a:outerShdw>
                </a:effectLst>
                <a:latin typeface="Nunito Sans ExtraBold" pitchFamily="2" charset="0"/>
              </a:rPr>
              <a:t>REITERACIÓN CUMPLIMIENTO RÉGIMEN NORMATIVO EN EL CONTROL A TODA FORMA DE ILEGALIDAD E INFORMALIDAD </a:t>
            </a:r>
            <a:r>
              <a:rPr lang="es-CO" sz="2000" b="1" dirty="0">
                <a:solidFill>
                  <a:srgbClr val="042C44"/>
                </a:solidFill>
                <a:effectLst>
                  <a:outerShdw blurRad="38100" dist="38100" dir="2700000" algn="tl">
                    <a:srgbClr val="000000">
                      <a:alpha val="43137"/>
                    </a:srgbClr>
                  </a:outerShdw>
                </a:effectLst>
                <a:latin typeface="Nunito Sans ExtraBold" pitchFamily="2" charset="0"/>
              </a:rPr>
              <a:t>) </a:t>
            </a:r>
          </a:p>
          <a:p>
            <a:pPr algn="ctr"/>
            <a:r>
              <a:rPr lang="es-CO" sz="2000" dirty="0">
                <a:effectLst>
                  <a:outerShdw blurRad="38100" dist="38100" dir="2700000" algn="tl">
                    <a:srgbClr val="000000">
                      <a:alpha val="43137"/>
                    </a:srgbClr>
                  </a:outerShdw>
                </a:effectLst>
                <a:latin typeface="Nunito Sans ExtraBold" pitchFamily="2" charset="0"/>
              </a:rPr>
              <a:t> </a:t>
            </a:r>
          </a:p>
        </p:txBody>
      </p:sp>
      <p:sp>
        <p:nvSpPr>
          <p:cNvPr id="17" name="Rectángulo redondeado 21">
            <a:extLst>
              <a:ext uri="{FF2B5EF4-FFF2-40B4-BE49-F238E27FC236}">
                <a16:creationId xmlns:a16="http://schemas.microsoft.com/office/drawing/2014/main" id="{DC4093A3-6148-3067-2035-4448E1C0D275}"/>
              </a:ext>
            </a:extLst>
          </p:cNvPr>
          <p:cNvSpPr/>
          <p:nvPr/>
        </p:nvSpPr>
        <p:spPr>
          <a:xfrm>
            <a:off x="1475941" y="2003463"/>
            <a:ext cx="4281112" cy="1051807"/>
          </a:xfrm>
          <a:prstGeom prst="roundRect">
            <a:avLst/>
          </a:prstGeom>
          <a:solidFill>
            <a:schemeClr val="bg1"/>
          </a:solidFill>
          <a:ln>
            <a:solidFill>
              <a:srgbClr val="002060"/>
            </a:solidFill>
          </a:ln>
          <a:effectLst>
            <a:glow rad="101600">
              <a:schemeClr val="accent6">
                <a:satMod val="175000"/>
                <a:alpha val="40000"/>
              </a:schemeClr>
            </a:glow>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Reitera a las autoridades locales para que en su jurisdicción desarrollen acciones concretas para controlar toda forma de ilegalidad e informalidad en la prestación del servicio público de transporte.  </a:t>
            </a:r>
          </a:p>
        </p:txBody>
      </p:sp>
      <p:sp>
        <p:nvSpPr>
          <p:cNvPr id="14" name="Rectángulo redondeado 21">
            <a:extLst>
              <a:ext uri="{FF2B5EF4-FFF2-40B4-BE49-F238E27FC236}">
                <a16:creationId xmlns:a16="http://schemas.microsoft.com/office/drawing/2014/main" id="{F287EA6E-216F-8FB9-8094-74A2BFBA332B}"/>
              </a:ext>
            </a:extLst>
          </p:cNvPr>
          <p:cNvSpPr/>
          <p:nvPr/>
        </p:nvSpPr>
        <p:spPr>
          <a:xfrm>
            <a:off x="1458359" y="3846612"/>
            <a:ext cx="4243150" cy="896082"/>
          </a:xfrm>
          <a:prstGeom prst="roundRect">
            <a:avLst/>
          </a:prstGeom>
          <a:solidFill>
            <a:schemeClr val="bg1"/>
          </a:solidFill>
          <a:ln>
            <a:solidFill>
              <a:srgbClr val="002060"/>
            </a:solidFill>
          </a:ln>
          <a:effectLst>
            <a:glow rad="101600">
              <a:schemeClr val="accent6">
                <a:satMod val="175000"/>
                <a:alpha val="40000"/>
              </a:schemeClr>
            </a:glow>
          </a:effectLst>
        </p:spPr>
        <p:style>
          <a:lnRef idx="3">
            <a:schemeClr val="lt1"/>
          </a:lnRef>
          <a:fillRef idx="1">
            <a:schemeClr val="accent1"/>
          </a:fillRef>
          <a:effectRef idx="1">
            <a:schemeClr val="accent1"/>
          </a:effectRef>
          <a:fontRef idx="minor">
            <a:schemeClr val="lt1"/>
          </a:fontRef>
        </p:style>
        <p:txBody>
          <a:bodyPr rtlCol="0" anchor="ctr"/>
          <a:lstStyle/>
          <a:p>
            <a:pPr algn="ctr"/>
            <a:r>
              <a:rPr lang="es-CO" sz="1355" b="1" dirty="0">
                <a:solidFill>
                  <a:srgbClr val="00243C"/>
                </a:solidFill>
                <a:latin typeface="Nunito Sans ExtraBold" pitchFamily="2" charset="0"/>
              </a:rPr>
              <a:t>Siempre que se preste un servicio de transporte sea público o privado, es imperativa la intervención estatal para reglamentar y controlar esta actividad.  </a:t>
            </a:r>
          </a:p>
        </p:txBody>
      </p:sp>
      <p:sp>
        <p:nvSpPr>
          <p:cNvPr id="15" name="Rectángulo redondeado 21">
            <a:extLst>
              <a:ext uri="{FF2B5EF4-FFF2-40B4-BE49-F238E27FC236}">
                <a16:creationId xmlns:a16="http://schemas.microsoft.com/office/drawing/2014/main" id="{617298E9-D3A6-3504-A9C0-6FB906FB9D5F}"/>
              </a:ext>
            </a:extLst>
          </p:cNvPr>
          <p:cNvSpPr/>
          <p:nvPr/>
        </p:nvSpPr>
        <p:spPr>
          <a:xfrm>
            <a:off x="5039614" y="5816231"/>
            <a:ext cx="1709334" cy="369332"/>
          </a:xfrm>
          <a:prstGeom prst="round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s-CO" sz="900" b="1" dirty="0">
                <a:solidFill>
                  <a:sysClr val="windowText" lastClr="000000"/>
                </a:solidFill>
                <a:effectLst>
                  <a:outerShdw blurRad="38100" dist="38100" dir="2700000" algn="tl">
                    <a:srgbClr val="000000">
                      <a:alpha val="43137"/>
                    </a:srgbClr>
                  </a:outerShdw>
                </a:effectLst>
                <a:latin typeface="Nunito Sans ExtraBold" pitchFamily="2" charset="0"/>
              </a:rPr>
              <a:t>Resolución 3785 de 2020 MT</a:t>
            </a:r>
          </a:p>
        </p:txBody>
      </p:sp>
      <p:sp>
        <p:nvSpPr>
          <p:cNvPr id="16" name="Google Shape;241;p18">
            <a:extLst>
              <a:ext uri="{FF2B5EF4-FFF2-40B4-BE49-F238E27FC236}">
                <a16:creationId xmlns:a16="http://schemas.microsoft.com/office/drawing/2014/main" id="{5F104B6F-3A9D-3D81-0017-14F409D30065}"/>
              </a:ext>
            </a:extLst>
          </p:cNvPr>
          <p:cNvSpPr/>
          <p:nvPr/>
        </p:nvSpPr>
        <p:spPr>
          <a:xfrm>
            <a:off x="726314" y="2087886"/>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R="0" lvl="0" algn="l" defTabSz="914400" rtl="0" eaLnBrk="1" fontAlgn="auto" latinLnBrk="0" hangingPunct="1">
              <a:lnSpc>
                <a:spcPct val="100000"/>
              </a:lnSpc>
              <a:spcBef>
                <a:spcPts val="0"/>
              </a:spcBef>
              <a:spcAft>
                <a:spcPts val="0"/>
              </a:spcAft>
              <a:buClrTx/>
              <a:buSzTx/>
              <a:tabLst/>
              <a:defRPr/>
            </a:pPr>
            <a:r>
              <a:rPr kumimoji="0" lang="es-CO" sz="4800" b="1" i="0" u="none" strike="noStrike" kern="1200" cap="none" spc="0" normalizeH="0" baseline="0" noProof="0" dirty="0">
                <a:ln>
                  <a:noFill/>
                </a:ln>
                <a:solidFill>
                  <a:schemeClr val="bg1"/>
                </a:solidFill>
                <a:effectLst/>
                <a:uLnTx/>
                <a:uFillTx/>
                <a:latin typeface="Calibri" panose="020F0502020204030204"/>
                <a:ea typeface="+mn-ea"/>
                <a:cs typeface="+mn-cs"/>
              </a:rPr>
              <a:t>1</a:t>
            </a:r>
            <a:endParaRPr kumimoji="0" sz="48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0" name="Google Shape;241;p18">
            <a:extLst>
              <a:ext uri="{FF2B5EF4-FFF2-40B4-BE49-F238E27FC236}">
                <a16:creationId xmlns:a16="http://schemas.microsoft.com/office/drawing/2014/main" id="{B3651AC0-D218-5DB8-0358-AE1862B1BBAB}"/>
              </a:ext>
            </a:extLst>
          </p:cNvPr>
          <p:cNvSpPr/>
          <p:nvPr/>
        </p:nvSpPr>
        <p:spPr>
          <a:xfrm>
            <a:off x="726314" y="3851328"/>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R="0" lvl="0" algn="l" defTabSz="914400" rtl="0" eaLnBrk="1" fontAlgn="auto" latinLnBrk="0" hangingPunct="1">
              <a:lnSpc>
                <a:spcPct val="100000"/>
              </a:lnSpc>
              <a:spcBef>
                <a:spcPts val="0"/>
              </a:spcBef>
              <a:spcAft>
                <a:spcPts val="0"/>
              </a:spcAft>
              <a:buClrTx/>
              <a:buSzTx/>
              <a:tabLst/>
              <a:defRPr/>
            </a:pPr>
            <a:r>
              <a:rPr kumimoji="0" lang="es-CO" sz="4800" b="1" i="0" u="none" strike="noStrike" kern="1200" cap="none" spc="0" normalizeH="0" baseline="0" noProof="0" dirty="0">
                <a:ln>
                  <a:noFill/>
                </a:ln>
                <a:solidFill>
                  <a:schemeClr val="bg1"/>
                </a:solidFill>
                <a:effectLst/>
                <a:uLnTx/>
                <a:uFillTx/>
                <a:latin typeface="Calibri" panose="020F0502020204030204"/>
                <a:ea typeface="+mn-ea"/>
                <a:cs typeface="+mn-cs"/>
              </a:rPr>
              <a:t>2</a:t>
            </a:r>
            <a:endParaRPr kumimoji="0" sz="48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2" name="Google Shape;241;p18">
            <a:extLst>
              <a:ext uri="{FF2B5EF4-FFF2-40B4-BE49-F238E27FC236}">
                <a16:creationId xmlns:a16="http://schemas.microsoft.com/office/drawing/2014/main" id="{188BB990-FFE3-CC36-E6E2-39A93ECFF264}"/>
              </a:ext>
            </a:extLst>
          </p:cNvPr>
          <p:cNvSpPr/>
          <p:nvPr/>
        </p:nvSpPr>
        <p:spPr>
          <a:xfrm>
            <a:off x="6094253" y="2003463"/>
            <a:ext cx="832200" cy="832200"/>
          </a:xfrm>
          <a:prstGeom prst="ellipse">
            <a:avLst/>
          </a:prstGeom>
          <a:solidFill>
            <a:srgbClr val="69AE2E"/>
          </a:solidFill>
          <a:ln w="571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91425" tIns="91425" rIns="91425" bIns="91425" anchor="ctr" anchorCtr="0">
            <a:noAutofit/>
          </a:bodyPr>
          <a:lstStyle/>
          <a:p>
            <a:pPr marR="0" lvl="0" algn="l" defTabSz="914400" rtl="0" eaLnBrk="1" fontAlgn="auto" latinLnBrk="0" hangingPunct="1">
              <a:lnSpc>
                <a:spcPct val="100000"/>
              </a:lnSpc>
              <a:spcBef>
                <a:spcPts val="0"/>
              </a:spcBef>
              <a:spcAft>
                <a:spcPts val="0"/>
              </a:spcAft>
              <a:buClrTx/>
              <a:buSzTx/>
              <a:tabLst/>
              <a:defRPr/>
            </a:pPr>
            <a:r>
              <a:rPr kumimoji="0" lang="es-CO" sz="4800" b="1" i="0" u="none" strike="noStrike" kern="1200" cap="none" spc="0" normalizeH="0" baseline="0" noProof="0" dirty="0">
                <a:ln>
                  <a:noFill/>
                </a:ln>
                <a:solidFill>
                  <a:schemeClr val="bg1"/>
                </a:solidFill>
                <a:effectLst/>
                <a:uLnTx/>
                <a:uFillTx/>
                <a:latin typeface="Calibri" panose="020F0502020204030204"/>
                <a:ea typeface="+mn-ea"/>
                <a:cs typeface="+mn-cs"/>
              </a:rPr>
              <a:t>3</a:t>
            </a:r>
            <a:endParaRPr kumimoji="0" sz="48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13" name="Imagen 12">
            <a:extLst>
              <a:ext uri="{FF2B5EF4-FFF2-40B4-BE49-F238E27FC236}">
                <a16:creationId xmlns:a16="http://schemas.microsoft.com/office/drawing/2014/main" id="{4EEEAA87-AC05-491F-1280-97ABC2596684}"/>
              </a:ext>
            </a:extLst>
          </p:cNvPr>
          <p:cNvPicPr>
            <a:picLocks noChangeAspect="1"/>
          </p:cNvPicPr>
          <p:nvPr/>
        </p:nvPicPr>
        <p:blipFill>
          <a:blip r:embed="rId4"/>
          <a:stretch>
            <a:fillRect/>
          </a:stretch>
        </p:blipFill>
        <p:spPr>
          <a:xfrm>
            <a:off x="14202" y="-2043"/>
            <a:ext cx="12192000" cy="6858000"/>
          </a:xfrm>
          <a:prstGeom prst="rect">
            <a:avLst/>
          </a:prstGeom>
        </p:spPr>
      </p:pic>
      <p:sp>
        <p:nvSpPr>
          <p:cNvPr id="18" name="CuadroTexto 17">
            <a:extLst>
              <a:ext uri="{FF2B5EF4-FFF2-40B4-BE49-F238E27FC236}">
                <a16:creationId xmlns:a16="http://schemas.microsoft.com/office/drawing/2014/main" id="{64ADBD0B-A579-6715-83E5-1E88E1B9C50A}"/>
              </a:ext>
            </a:extLst>
          </p:cNvPr>
          <p:cNvSpPr txBox="1"/>
          <p:nvPr/>
        </p:nvSpPr>
        <p:spPr>
          <a:xfrm>
            <a:off x="5039614" y="6619965"/>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Tree>
    <p:extLst>
      <p:ext uri="{BB962C8B-B14F-4D97-AF65-F5344CB8AC3E}">
        <p14:creationId xmlns:p14="http://schemas.microsoft.com/office/powerpoint/2010/main" val="1298284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1826769-3739-9517-4C33-E4CB77FE5794}"/>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C77CF5D5-941D-8D22-E158-6BE4C689F848}"/>
              </a:ext>
            </a:extLst>
          </p:cNvPr>
          <p:cNvPicPr>
            <a:picLocks noChangeAspect="1"/>
          </p:cNvPicPr>
          <p:nvPr/>
        </p:nvPicPr>
        <p:blipFill>
          <a:blip r:embed="rId3"/>
          <a:stretch>
            <a:fillRect/>
          </a:stretch>
        </p:blipFill>
        <p:spPr>
          <a:xfrm>
            <a:off x="0" y="3099466"/>
            <a:ext cx="12192000" cy="6858000"/>
          </a:xfrm>
          <a:prstGeom prst="rect">
            <a:avLst/>
          </a:prstGeom>
        </p:spPr>
      </p:pic>
      <p:sp>
        <p:nvSpPr>
          <p:cNvPr id="18" name="CuadroTexto 17">
            <a:extLst>
              <a:ext uri="{FF2B5EF4-FFF2-40B4-BE49-F238E27FC236}">
                <a16:creationId xmlns:a16="http://schemas.microsoft.com/office/drawing/2014/main" id="{4FB02367-2395-35A7-4C30-DEED221062DD}"/>
              </a:ext>
            </a:extLst>
          </p:cNvPr>
          <p:cNvSpPr txBox="1"/>
          <p:nvPr/>
        </p:nvSpPr>
        <p:spPr>
          <a:xfrm>
            <a:off x="5039614" y="6599645"/>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
        <p:nvSpPr>
          <p:cNvPr id="6" name="CuadroTexto 5">
            <a:extLst>
              <a:ext uri="{FF2B5EF4-FFF2-40B4-BE49-F238E27FC236}">
                <a16:creationId xmlns:a16="http://schemas.microsoft.com/office/drawing/2014/main" id="{21F64161-709E-7793-86A8-085F6786E3E5}"/>
              </a:ext>
            </a:extLst>
          </p:cNvPr>
          <p:cNvSpPr txBox="1"/>
          <p:nvPr/>
        </p:nvSpPr>
        <p:spPr>
          <a:xfrm>
            <a:off x="70130" y="6259258"/>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pic>
        <p:nvPicPr>
          <p:cNvPr id="2" name="Imagen 1">
            <a:extLst>
              <a:ext uri="{FF2B5EF4-FFF2-40B4-BE49-F238E27FC236}">
                <a16:creationId xmlns:a16="http://schemas.microsoft.com/office/drawing/2014/main" id="{2F6E12B7-AE24-5901-7513-7AB8704714B3}"/>
              </a:ext>
            </a:extLst>
          </p:cNvPr>
          <p:cNvPicPr>
            <a:picLocks noChangeAspect="1"/>
          </p:cNvPicPr>
          <p:nvPr/>
        </p:nvPicPr>
        <p:blipFill>
          <a:blip r:embed="rId3"/>
          <a:stretch>
            <a:fillRect/>
          </a:stretch>
        </p:blipFill>
        <p:spPr>
          <a:xfrm>
            <a:off x="0" y="3590"/>
            <a:ext cx="12192000" cy="6858000"/>
          </a:xfrm>
          <a:prstGeom prst="rect">
            <a:avLst/>
          </a:prstGeom>
        </p:spPr>
      </p:pic>
      <p:sp>
        <p:nvSpPr>
          <p:cNvPr id="4" name="Rectángulo 3">
            <a:extLst>
              <a:ext uri="{FF2B5EF4-FFF2-40B4-BE49-F238E27FC236}">
                <a16:creationId xmlns:a16="http://schemas.microsoft.com/office/drawing/2014/main" id="{572A4740-B3E8-C078-6F8A-8C9CF416993D}"/>
              </a:ext>
            </a:extLst>
          </p:cNvPr>
          <p:cNvSpPr/>
          <p:nvPr/>
        </p:nvSpPr>
        <p:spPr>
          <a:xfrm>
            <a:off x="669275" y="1674674"/>
            <a:ext cx="10512222" cy="2031325"/>
          </a:xfrm>
          <a:prstGeom prst="rect">
            <a:avLst/>
          </a:prstGeom>
          <a:ln w="38100">
            <a:solidFill>
              <a:srgbClr val="92D050"/>
            </a:solidFill>
            <a:prstDash val="sysDash"/>
          </a:ln>
        </p:spPr>
        <p:txBody>
          <a:bodyPr wrap="square">
            <a:spAutoFit/>
          </a:bodyPr>
          <a:lstStyle/>
          <a:p>
            <a:pPr algn="just"/>
            <a:endParaRPr lang="es-CO" b="1" dirty="0"/>
          </a:p>
          <a:p>
            <a:pPr algn="just"/>
            <a:r>
              <a:rPr lang="es-CO" sz="2000" b="1" dirty="0">
                <a:solidFill>
                  <a:srgbClr val="00243C"/>
                </a:solidFill>
                <a:latin typeface="Nunito Sans ExtraBold" pitchFamily="2" charset="0"/>
              </a:rPr>
              <a:t>Todo empleado público o contratista, que tiene como funciones u obligaciones regular la circulación vehicular y peatonal, vigilar, controlar e intervenir en el cumplimiento de las normas de tránsito y transporte en cada uno de los entes territoriales. </a:t>
            </a:r>
          </a:p>
          <a:p>
            <a:pPr algn="just"/>
            <a:endParaRPr lang="es-CO" sz="2000" b="1" dirty="0">
              <a:solidFill>
                <a:srgbClr val="00243C"/>
              </a:solidFill>
              <a:latin typeface="Nunito Sans ExtraBold" pitchFamily="2" charset="0"/>
            </a:endParaRPr>
          </a:p>
          <a:p>
            <a:pPr marL="285750" indent="-285750" algn="just">
              <a:buFont typeface="Wingdings" panose="05000000000000000000" pitchFamily="2" charset="2"/>
              <a:buChar char="ü"/>
            </a:pPr>
            <a:endParaRPr lang="es-MX" sz="800" dirty="0"/>
          </a:p>
        </p:txBody>
      </p:sp>
      <p:graphicFrame>
        <p:nvGraphicFramePr>
          <p:cNvPr id="7" name="Diagrama 6">
            <a:extLst>
              <a:ext uri="{FF2B5EF4-FFF2-40B4-BE49-F238E27FC236}">
                <a16:creationId xmlns:a16="http://schemas.microsoft.com/office/drawing/2014/main" id="{4A8CD8A8-DAEE-1DC8-D2DF-1AC2FBC7416E}"/>
              </a:ext>
            </a:extLst>
          </p:cNvPr>
          <p:cNvGraphicFramePr/>
          <p:nvPr>
            <p:extLst>
              <p:ext uri="{D42A27DB-BD31-4B8C-83A1-F6EECF244321}">
                <p14:modId xmlns:p14="http://schemas.microsoft.com/office/powerpoint/2010/main" val="2226035596"/>
              </p:ext>
            </p:extLst>
          </p:nvPr>
        </p:nvGraphicFramePr>
        <p:xfrm>
          <a:off x="669275" y="1960424"/>
          <a:ext cx="9744537" cy="5946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CuadroTexto 20">
            <a:extLst>
              <a:ext uri="{FF2B5EF4-FFF2-40B4-BE49-F238E27FC236}">
                <a16:creationId xmlns:a16="http://schemas.microsoft.com/office/drawing/2014/main" id="{A25BCD45-1D68-11EB-1C32-77F557CC92CC}"/>
              </a:ext>
            </a:extLst>
          </p:cNvPr>
          <p:cNvSpPr txBox="1"/>
          <p:nvPr/>
        </p:nvSpPr>
        <p:spPr>
          <a:xfrm>
            <a:off x="3940629" y="306184"/>
            <a:ext cx="3418114"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s-CO" sz="2800" b="1" dirty="0">
                <a:solidFill>
                  <a:srgbClr val="00243C"/>
                </a:solidFill>
                <a:latin typeface="Nunito Sans ExtraBold" pitchFamily="2" charset="0"/>
              </a:rPr>
              <a:t>Agente de Tránsito</a:t>
            </a:r>
            <a:endParaRPr lang="es-CO" sz="2800" dirty="0"/>
          </a:p>
        </p:txBody>
      </p:sp>
    </p:spTree>
    <p:extLst>
      <p:ext uri="{BB962C8B-B14F-4D97-AF65-F5344CB8AC3E}">
        <p14:creationId xmlns:p14="http://schemas.microsoft.com/office/powerpoint/2010/main" val="3732733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4EEEAA87-AC05-491F-1280-97ABC2596684}"/>
              </a:ext>
            </a:extLst>
          </p:cNvPr>
          <p:cNvPicPr>
            <a:picLocks noChangeAspect="1"/>
          </p:cNvPicPr>
          <p:nvPr/>
        </p:nvPicPr>
        <p:blipFill>
          <a:blip r:embed="rId2"/>
          <a:stretch>
            <a:fillRect/>
          </a:stretch>
        </p:blipFill>
        <p:spPr>
          <a:xfrm>
            <a:off x="0" y="3590"/>
            <a:ext cx="12192000" cy="6858000"/>
          </a:xfrm>
          <a:prstGeom prst="rect">
            <a:avLst/>
          </a:prstGeom>
        </p:spPr>
      </p:pic>
      <p:sp>
        <p:nvSpPr>
          <p:cNvPr id="18" name="CuadroTexto 17">
            <a:extLst>
              <a:ext uri="{FF2B5EF4-FFF2-40B4-BE49-F238E27FC236}">
                <a16:creationId xmlns:a16="http://schemas.microsoft.com/office/drawing/2014/main" id="{64ADBD0B-A579-6715-83E5-1E88E1B9C50A}"/>
              </a:ext>
            </a:extLst>
          </p:cNvPr>
          <p:cNvSpPr txBox="1"/>
          <p:nvPr/>
        </p:nvSpPr>
        <p:spPr>
          <a:xfrm>
            <a:off x="5039614" y="6599645"/>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
        <p:nvSpPr>
          <p:cNvPr id="6" name="CuadroTexto 5">
            <a:extLst>
              <a:ext uri="{FF2B5EF4-FFF2-40B4-BE49-F238E27FC236}">
                <a16:creationId xmlns:a16="http://schemas.microsoft.com/office/drawing/2014/main" id="{166A06C8-3388-649B-8712-280A07C41FBB}"/>
              </a:ext>
            </a:extLst>
          </p:cNvPr>
          <p:cNvSpPr txBox="1"/>
          <p:nvPr/>
        </p:nvSpPr>
        <p:spPr>
          <a:xfrm>
            <a:off x="115515" y="6237720"/>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sp>
        <p:nvSpPr>
          <p:cNvPr id="2" name="Título 1">
            <a:extLst>
              <a:ext uri="{FF2B5EF4-FFF2-40B4-BE49-F238E27FC236}">
                <a16:creationId xmlns:a16="http://schemas.microsoft.com/office/drawing/2014/main" id="{03F7A0F2-5ABB-D6E1-CBDD-F7358E57296F}"/>
              </a:ext>
            </a:extLst>
          </p:cNvPr>
          <p:cNvSpPr txBox="1">
            <a:spLocks noChangeArrowheads="1"/>
          </p:cNvSpPr>
          <p:nvPr/>
        </p:nvSpPr>
        <p:spPr bwMode="auto">
          <a:xfrm>
            <a:off x="950947" y="2287073"/>
            <a:ext cx="10525092" cy="1663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248" tIns="44108" rIns="88248" bIns="44108" anchor="ctr"/>
          <a:lstStyle>
            <a:defPPr>
              <a:defRPr lang="es-CO"/>
            </a:defPPr>
            <a:lvl1pPr marL="105715" algn="ctr">
              <a:buClr>
                <a:srgbClr val="000000"/>
              </a:buClr>
              <a:buFont typeface="Arial" panose="020B0604020202020204" pitchFamily="34" charset="0"/>
              <a:defRPr sz="5225" b="1">
                <a:solidFill>
                  <a:srgbClr val="92D050"/>
                </a:solidFill>
                <a:latin typeface="Work Sans" panose="020B0604020202020204" charset="0"/>
                <a:cs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9pPr>
          </a:lstStyle>
          <a:p>
            <a:endParaRPr lang="es-ES" sz="4800" dirty="0">
              <a:solidFill>
                <a:srgbClr val="0070C0"/>
              </a:solidFill>
              <a:latin typeface="Nunito Sans ExtraBold" pitchFamily="2" charset="0"/>
              <a:sym typeface="Work Sans Light" pitchFamily="2" charset="0"/>
            </a:endParaRPr>
          </a:p>
        </p:txBody>
      </p:sp>
      <p:sp>
        <p:nvSpPr>
          <p:cNvPr id="3" name="CuadroTexto 2">
            <a:extLst>
              <a:ext uri="{FF2B5EF4-FFF2-40B4-BE49-F238E27FC236}">
                <a16:creationId xmlns:a16="http://schemas.microsoft.com/office/drawing/2014/main" id="{E885BC3E-C2DE-0FE9-A4DC-A80A92A82466}"/>
              </a:ext>
            </a:extLst>
          </p:cNvPr>
          <p:cNvSpPr txBox="1"/>
          <p:nvPr/>
        </p:nvSpPr>
        <p:spPr>
          <a:xfrm>
            <a:off x="2643150" y="229694"/>
            <a:ext cx="7457440" cy="1569660"/>
          </a:xfrm>
          <a:prstGeom prst="rect">
            <a:avLst/>
          </a:prstGeom>
          <a:noFill/>
        </p:spPr>
        <p:txBody>
          <a:bodyPr wrap="square">
            <a:spAutoFit/>
          </a:bodyPr>
          <a:lstStyle/>
          <a:p>
            <a:pPr algn="ctr"/>
            <a:r>
              <a:rPr lang="es-CO" sz="2400" b="1" dirty="0">
                <a:solidFill>
                  <a:srgbClr val="00243C"/>
                </a:solidFill>
                <a:effectLst>
                  <a:outerShdw blurRad="38100" dist="38100" dir="2700000" algn="tl">
                    <a:srgbClr val="000000">
                      <a:alpha val="43137"/>
                    </a:srgbClr>
                  </a:outerShdw>
                </a:effectLst>
                <a:latin typeface="Nunito Sans Black" pitchFamily="2" charset="0"/>
              </a:rPr>
              <a:t>Diferencias entre IUIT y Comparendos</a:t>
            </a:r>
          </a:p>
          <a:p>
            <a:pPr algn="ctr"/>
            <a:endParaRPr lang="es-CO" sz="2400" b="1" dirty="0">
              <a:solidFill>
                <a:srgbClr val="042C44"/>
              </a:solidFill>
              <a:effectLst>
                <a:outerShdw blurRad="38100" dist="38100" dir="2700000" algn="tl">
                  <a:srgbClr val="000000">
                    <a:alpha val="43137"/>
                  </a:srgbClr>
                </a:outerShdw>
              </a:effectLst>
              <a:latin typeface="Nunito Sans ExtraBold" pitchFamily="2" charset="0"/>
            </a:endParaRPr>
          </a:p>
          <a:p>
            <a:pPr algn="ctr"/>
            <a:r>
              <a:rPr lang="es-CO" sz="2400" b="1" dirty="0">
                <a:solidFill>
                  <a:srgbClr val="042C44"/>
                </a:solidFill>
                <a:effectLst>
                  <a:outerShdw blurRad="38100" dist="38100" dir="2700000" algn="tl">
                    <a:srgbClr val="000000">
                      <a:alpha val="43137"/>
                    </a:srgbClr>
                  </a:outerShdw>
                </a:effectLst>
                <a:latin typeface="Nunito Sans ExtraBold" pitchFamily="2" charset="0"/>
              </a:rPr>
              <a:t> </a:t>
            </a:r>
          </a:p>
          <a:p>
            <a:pPr algn="ctr"/>
            <a:r>
              <a:rPr lang="es-CO" sz="2400" dirty="0">
                <a:effectLst>
                  <a:outerShdw blurRad="38100" dist="38100" dir="2700000" algn="tl">
                    <a:srgbClr val="000000">
                      <a:alpha val="43137"/>
                    </a:srgbClr>
                  </a:outerShdw>
                </a:effectLst>
                <a:latin typeface="Nunito Sans ExtraBold" pitchFamily="2" charset="0"/>
              </a:rPr>
              <a:t> </a:t>
            </a:r>
          </a:p>
        </p:txBody>
      </p:sp>
      <p:sp>
        <p:nvSpPr>
          <p:cNvPr id="4" name="Rectángulo redondeado 21">
            <a:extLst>
              <a:ext uri="{FF2B5EF4-FFF2-40B4-BE49-F238E27FC236}">
                <a16:creationId xmlns:a16="http://schemas.microsoft.com/office/drawing/2014/main" id="{5F48E300-ECBD-B350-F687-9686FE7ABA54}"/>
              </a:ext>
            </a:extLst>
          </p:cNvPr>
          <p:cNvSpPr/>
          <p:nvPr/>
        </p:nvSpPr>
        <p:spPr>
          <a:xfrm>
            <a:off x="2264228" y="999695"/>
            <a:ext cx="2465469" cy="541410"/>
          </a:xfrm>
          <a:prstGeom prst="roundRect">
            <a:avLst/>
          </a:prstGeom>
          <a:gradFill flip="none"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2"/>
          </a:lnRef>
          <a:fillRef idx="3">
            <a:schemeClr val="accent2"/>
          </a:fillRef>
          <a:effectRef idx="3">
            <a:schemeClr val="accent2"/>
          </a:effectRef>
          <a:fontRef idx="minor">
            <a:schemeClr val="lt1"/>
          </a:fontRef>
        </p:style>
        <p:txBody>
          <a:bodyPr rtlCol="0" anchor="ctr"/>
          <a:lstStyle/>
          <a:p>
            <a:pPr algn="ctr"/>
            <a:r>
              <a:rPr lang="es-CO" sz="2400" b="1" dirty="0">
                <a:solidFill>
                  <a:sysClr val="windowText" lastClr="000000"/>
                </a:solidFill>
                <a:latin typeface="Nunito Sans ExtraBold" pitchFamily="2" charset="0"/>
              </a:rPr>
              <a:t>IUIT</a:t>
            </a:r>
          </a:p>
        </p:txBody>
      </p:sp>
      <p:sp>
        <p:nvSpPr>
          <p:cNvPr id="5" name="Rectángulo redondeado 21">
            <a:extLst>
              <a:ext uri="{FF2B5EF4-FFF2-40B4-BE49-F238E27FC236}">
                <a16:creationId xmlns:a16="http://schemas.microsoft.com/office/drawing/2014/main" id="{39621FA2-A475-669F-7E65-6CA8C7E5D90A}"/>
              </a:ext>
            </a:extLst>
          </p:cNvPr>
          <p:cNvSpPr/>
          <p:nvPr/>
        </p:nvSpPr>
        <p:spPr>
          <a:xfrm>
            <a:off x="1681118" y="1636723"/>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Documento constitutivo de prueba para el inicio de la investigación administrativa</a:t>
            </a:r>
          </a:p>
        </p:txBody>
      </p:sp>
      <p:sp>
        <p:nvSpPr>
          <p:cNvPr id="7" name="Rectángulo redondeado 21">
            <a:extLst>
              <a:ext uri="{FF2B5EF4-FFF2-40B4-BE49-F238E27FC236}">
                <a16:creationId xmlns:a16="http://schemas.microsoft.com/office/drawing/2014/main" id="{8CEA179A-FDE0-8F23-EC57-7A94E2CBD0B0}"/>
              </a:ext>
            </a:extLst>
          </p:cNvPr>
          <p:cNvSpPr/>
          <p:nvPr/>
        </p:nvSpPr>
        <p:spPr>
          <a:xfrm>
            <a:off x="6934916" y="1627199"/>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Orden de citación al presunto infractor de una norma de Tránsito, para que concurran a una audiencia ante la autoridad competente</a:t>
            </a:r>
          </a:p>
        </p:txBody>
      </p:sp>
      <p:sp>
        <p:nvSpPr>
          <p:cNvPr id="8" name="Rectángulo redondeado 21">
            <a:extLst>
              <a:ext uri="{FF2B5EF4-FFF2-40B4-BE49-F238E27FC236}">
                <a16:creationId xmlns:a16="http://schemas.microsoft.com/office/drawing/2014/main" id="{E5F79E18-49E3-EA57-A6A5-4A207ACC1FCD}"/>
              </a:ext>
            </a:extLst>
          </p:cNvPr>
          <p:cNvSpPr/>
          <p:nvPr/>
        </p:nvSpPr>
        <p:spPr>
          <a:xfrm>
            <a:off x="1681117" y="2492752"/>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Numeración: propia de la Autoridad</a:t>
            </a:r>
          </a:p>
        </p:txBody>
      </p:sp>
      <p:sp>
        <p:nvSpPr>
          <p:cNvPr id="9" name="Rectángulo redondeado 21">
            <a:extLst>
              <a:ext uri="{FF2B5EF4-FFF2-40B4-BE49-F238E27FC236}">
                <a16:creationId xmlns:a16="http://schemas.microsoft.com/office/drawing/2014/main" id="{A8C044F8-9933-029B-2237-BEF87B20EE0F}"/>
              </a:ext>
            </a:extLst>
          </p:cNvPr>
          <p:cNvSpPr/>
          <p:nvPr/>
        </p:nvSpPr>
        <p:spPr>
          <a:xfrm>
            <a:off x="1681116" y="3364436"/>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Formato reglado en la Resolución 3785 de 2020 - MT</a:t>
            </a:r>
          </a:p>
        </p:txBody>
      </p:sp>
      <p:sp>
        <p:nvSpPr>
          <p:cNvPr id="10" name="Rectángulo redondeado 21">
            <a:extLst>
              <a:ext uri="{FF2B5EF4-FFF2-40B4-BE49-F238E27FC236}">
                <a16:creationId xmlns:a16="http://schemas.microsoft.com/office/drawing/2014/main" id="{1CB8E8AB-3DE8-9EFF-6A2D-38E5BE977705}"/>
              </a:ext>
            </a:extLst>
          </p:cNvPr>
          <p:cNvSpPr/>
          <p:nvPr/>
        </p:nvSpPr>
        <p:spPr>
          <a:xfrm>
            <a:off x="1684836" y="4237248"/>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Proceso administrativo sancionatorio Art 50 ley 336 de 1996</a:t>
            </a:r>
          </a:p>
        </p:txBody>
      </p:sp>
      <p:sp>
        <p:nvSpPr>
          <p:cNvPr id="11" name="Rectángulo redondeado 21">
            <a:extLst>
              <a:ext uri="{FF2B5EF4-FFF2-40B4-BE49-F238E27FC236}">
                <a16:creationId xmlns:a16="http://schemas.microsoft.com/office/drawing/2014/main" id="{23304FAC-2E3F-0F14-4512-16A35F1561DE}"/>
              </a:ext>
            </a:extLst>
          </p:cNvPr>
          <p:cNvSpPr/>
          <p:nvPr/>
        </p:nvSpPr>
        <p:spPr>
          <a:xfrm>
            <a:off x="6934915" y="2481449"/>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Especie venal: Numeración asignada por MT </a:t>
            </a:r>
          </a:p>
        </p:txBody>
      </p:sp>
      <p:sp>
        <p:nvSpPr>
          <p:cNvPr id="12" name="Rectángulo redondeado 21">
            <a:extLst>
              <a:ext uri="{FF2B5EF4-FFF2-40B4-BE49-F238E27FC236}">
                <a16:creationId xmlns:a16="http://schemas.microsoft.com/office/drawing/2014/main" id="{0E873FCE-2A7B-5DEA-6C40-05AAE80E4EC9}"/>
              </a:ext>
            </a:extLst>
          </p:cNvPr>
          <p:cNvSpPr/>
          <p:nvPr/>
        </p:nvSpPr>
        <p:spPr>
          <a:xfrm>
            <a:off x="1678349" y="5878690"/>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Prescripción: 5 años desde ejecutoria</a:t>
            </a:r>
          </a:p>
        </p:txBody>
      </p:sp>
      <p:sp>
        <p:nvSpPr>
          <p:cNvPr id="14" name="Rectángulo redondeado 21">
            <a:extLst>
              <a:ext uri="{FF2B5EF4-FFF2-40B4-BE49-F238E27FC236}">
                <a16:creationId xmlns:a16="http://schemas.microsoft.com/office/drawing/2014/main" id="{7F2A5E8D-0DB9-DB0A-B215-2AF75DB3D270}"/>
              </a:ext>
            </a:extLst>
          </p:cNvPr>
          <p:cNvSpPr/>
          <p:nvPr/>
        </p:nvSpPr>
        <p:spPr>
          <a:xfrm>
            <a:off x="1678350" y="5093021"/>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Caducidad: 3 años desde la infracción</a:t>
            </a:r>
          </a:p>
        </p:txBody>
      </p:sp>
      <p:sp>
        <p:nvSpPr>
          <p:cNvPr id="16" name="Rectángulo redondeado 21">
            <a:extLst>
              <a:ext uri="{FF2B5EF4-FFF2-40B4-BE49-F238E27FC236}">
                <a16:creationId xmlns:a16="http://schemas.microsoft.com/office/drawing/2014/main" id="{D0613A94-4B97-ABF8-89CC-1E53EAC21F3B}"/>
              </a:ext>
            </a:extLst>
          </p:cNvPr>
          <p:cNvSpPr/>
          <p:nvPr/>
        </p:nvSpPr>
        <p:spPr>
          <a:xfrm>
            <a:off x="7704126" y="999696"/>
            <a:ext cx="2349355" cy="548432"/>
          </a:xfrm>
          <a:prstGeom prst="roundRect">
            <a:avLst/>
          </a:prstGeom>
          <a:gradFill flip="none"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0">
            <a:schemeClr val="accent1"/>
          </a:lnRef>
          <a:fillRef idx="3">
            <a:schemeClr val="accent1"/>
          </a:fillRef>
          <a:effectRef idx="3">
            <a:schemeClr val="accent1"/>
          </a:effectRef>
          <a:fontRef idx="minor">
            <a:schemeClr val="lt1"/>
          </a:fontRef>
        </p:style>
        <p:txBody>
          <a:bodyPr rtlCol="0" anchor="ctr"/>
          <a:lstStyle/>
          <a:p>
            <a:pPr algn="ctr"/>
            <a:r>
              <a:rPr lang="es-CO" sz="2000" b="1" dirty="0">
                <a:solidFill>
                  <a:sysClr val="windowText" lastClr="000000"/>
                </a:solidFill>
                <a:latin typeface="Nunito Sans ExtraBold" pitchFamily="2" charset="0"/>
              </a:rPr>
              <a:t>COMPARENDO</a:t>
            </a:r>
          </a:p>
        </p:txBody>
      </p:sp>
      <p:pic>
        <p:nvPicPr>
          <p:cNvPr id="19" name="Imagen 18">
            <a:extLst>
              <a:ext uri="{FF2B5EF4-FFF2-40B4-BE49-F238E27FC236}">
                <a16:creationId xmlns:a16="http://schemas.microsoft.com/office/drawing/2014/main" id="{5D371AF2-D407-9EC8-0628-FDE9AABE0122}"/>
              </a:ext>
            </a:extLst>
          </p:cNvPr>
          <p:cNvPicPr>
            <a:picLocks noChangeAspect="1"/>
          </p:cNvPicPr>
          <p:nvPr/>
        </p:nvPicPr>
        <p:blipFill>
          <a:blip r:embed="rId3"/>
          <a:stretch>
            <a:fillRect/>
          </a:stretch>
        </p:blipFill>
        <p:spPr>
          <a:xfrm>
            <a:off x="106354" y="47737"/>
            <a:ext cx="1360398" cy="654628"/>
          </a:xfrm>
          <a:prstGeom prst="rect">
            <a:avLst/>
          </a:prstGeom>
        </p:spPr>
      </p:pic>
      <p:pic>
        <p:nvPicPr>
          <p:cNvPr id="21" name="Imagen 20">
            <a:extLst>
              <a:ext uri="{FF2B5EF4-FFF2-40B4-BE49-F238E27FC236}">
                <a16:creationId xmlns:a16="http://schemas.microsoft.com/office/drawing/2014/main" id="{AE9D05F6-B04C-C66A-A288-AFE86407A572}"/>
              </a:ext>
            </a:extLst>
          </p:cNvPr>
          <p:cNvPicPr>
            <a:picLocks noChangeAspect="1"/>
          </p:cNvPicPr>
          <p:nvPr/>
        </p:nvPicPr>
        <p:blipFill>
          <a:blip r:embed="rId4"/>
          <a:stretch>
            <a:fillRect/>
          </a:stretch>
        </p:blipFill>
        <p:spPr>
          <a:xfrm>
            <a:off x="11073404" y="123941"/>
            <a:ext cx="1012242" cy="578424"/>
          </a:xfrm>
          <a:prstGeom prst="rect">
            <a:avLst/>
          </a:prstGeom>
        </p:spPr>
      </p:pic>
      <p:sp>
        <p:nvSpPr>
          <p:cNvPr id="22" name="Rectángulo redondeado 21">
            <a:extLst>
              <a:ext uri="{FF2B5EF4-FFF2-40B4-BE49-F238E27FC236}">
                <a16:creationId xmlns:a16="http://schemas.microsoft.com/office/drawing/2014/main" id="{6C363FDF-2CB7-7DD6-2781-0CCE5DB279DB}"/>
              </a:ext>
            </a:extLst>
          </p:cNvPr>
          <p:cNvSpPr/>
          <p:nvPr/>
        </p:nvSpPr>
        <p:spPr>
          <a:xfrm>
            <a:off x="6934914" y="3335699"/>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Formato reglado en Resolución 3027 de 2010 MT </a:t>
            </a:r>
          </a:p>
        </p:txBody>
      </p:sp>
      <p:sp>
        <p:nvSpPr>
          <p:cNvPr id="23" name="Rectángulo redondeado 21">
            <a:extLst>
              <a:ext uri="{FF2B5EF4-FFF2-40B4-BE49-F238E27FC236}">
                <a16:creationId xmlns:a16="http://schemas.microsoft.com/office/drawing/2014/main" id="{3702ABFE-CCCC-612E-9375-8A693E19886F}"/>
              </a:ext>
            </a:extLst>
          </p:cNvPr>
          <p:cNvSpPr/>
          <p:nvPr/>
        </p:nvSpPr>
        <p:spPr>
          <a:xfrm>
            <a:off x="6921662" y="4188053"/>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Proceso contravencional</a:t>
            </a:r>
          </a:p>
        </p:txBody>
      </p:sp>
      <p:sp>
        <p:nvSpPr>
          <p:cNvPr id="24" name="Rectángulo redondeado 21">
            <a:extLst>
              <a:ext uri="{FF2B5EF4-FFF2-40B4-BE49-F238E27FC236}">
                <a16:creationId xmlns:a16="http://schemas.microsoft.com/office/drawing/2014/main" id="{2E9729C7-9E70-035C-A6B2-4D4969E704C7}"/>
              </a:ext>
            </a:extLst>
          </p:cNvPr>
          <p:cNvSpPr/>
          <p:nvPr/>
        </p:nvSpPr>
        <p:spPr>
          <a:xfrm>
            <a:off x="6933532" y="4993517"/>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Caducidad: 1 año desde la infracción</a:t>
            </a:r>
          </a:p>
        </p:txBody>
      </p:sp>
      <p:sp>
        <p:nvSpPr>
          <p:cNvPr id="25" name="Rectángulo redondeado 21">
            <a:extLst>
              <a:ext uri="{FF2B5EF4-FFF2-40B4-BE49-F238E27FC236}">
                <a16:creationId xmlns:a16="http://schemas.microsoft.com/office/drawing/2014/main" id="{B56ADC08-894D-CA33-B5ED-583D9861E11E}"/>
              </a:ext>
            </a:extLst>
          </p:cNvPr>
          <p:cNvSpPr/>
          <p:nvPr/>
        </p:nvSpPr>
        <p:spPr>
          <a:xfrm>
            <a:off x="6921661" y="5820103"/>
            <a:ext cx="3852911" cy="681829"/>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2"/>
          </a:lnRef>
          <a:fillRef idx="1">
            <a:schemeClr val="lt1"/>
          </a:fillRef>
          <a:effectRef idx="0">
            <a:schemeClr val="accent2"/>
          </a:effectRef>
          <a:fontRef idx="minor">
            <a:schemeClr val="dk1"/>
          </a:fontRef>
        </p:style>
        <p:txBody>
          <a:bodyPr rtlCol="0" anchor="ctr"/>
          <a:lstStyle/>
          <a:p>
            <a:pPr algn="ctr"/>
            <a:r>
              <a:rPr lang="es-CO" sz="1200" dirty="0">
                <a:solidFill>
                  <a:sysClr val="windowText" lastClr="000000"/>
                </a:solidFill>
                <a:latin typeface="Nunito Sans ExtraBold" pitchFamily="2" charset="0"/>
              </a:rPr>
              <a:t>Prescripción: 3 años desde ejecutoria</a:t>
            </a:r>
          </a:p>
        </p:txBody>
      </p:sp>
      <p:cxnSp>
        <p:nvCxnSpPr>
          <p:cNvPr id="26" name="Conector recto 25">
            <a:extLst>
              <a:ext uri="{FF2B5EF4-FFF2-40B4-BE49-F238E27FC236}">
                <a16:creationId xmlns:a16="http://schemas.microsoft.com/office/drawing/2014/main" id="{95BECA93-4EEA-B046-8543-4949B1461002}"/>
              </a:ext>
            </a:extLst>
          </p:cNvPr>
          <p:cNvCxnSpPr/>
          <p:nvPr/>
        </p:nvCxnSpPr>
        <p:spPr>
          <a:xfrm>
            <a:off x="6252682" y="1675849"/>
            <a:ext cx="0" cy="4697805"/>
          </a:xfrm>
          <a:prstGeom prst="line">
            <a:avLst/>
          </a:prstGeom>
          <a:ln w="57150" cap="flat" cmpd="sng" algn="ctr">
            <a:solidFill>
              <a:srgbClr val="00243C"/>
            </a:solidFill>
            <a:prstDash val="dash"/>
            <a:round/>
            <a:headEnd type="none" w="med" len="med"/>
            <a:tailEnd type="none" w="med" len="med"/>
          </a:ln>
          <a:effectLst>
            <a:glow rad="101600">
              <a:schemeClr val="accent3">
                <a:satMod val="175000"/>
                <a:alpha val="40000"/>
              </a:schemeClr>
            </a:glow>
          </a:effectLst>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56988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zo a vigilados para adoptar el nuevo logo ...">
            <a:extLst>
              <a:ext uri="{FF2B5EF4-FFF2-40B4-BE49-F238E27FC236}">
                <a16:creationId xmlns:a16="http://schemas.microsoft.com/office/drawing/2014/main" id="{DA14D882-B7D3-A478-3196-292391DFCCE8}"/>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1" y="-1"/>
            <a:ext cx="12192000" cy="675353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4EEEAA87-AC05-491F-1280-97ABC2596684}"/>
              </a:ext>
            </a:extLst>
          </p:cNvPr>
          <p:cNvPicPr>
            <a:picLocks noChangeAspect="1"/>
          </p:cNvPicPr>
          <p:nvPr/>
        </p:nvPicPr>
        <p:blipFill>
          <a:blip r:embed="rId3"/>
          <a:stretch>
            <a:fillRect/>
          </a:stretch>
        </p:blipFill>
        <p:spPr>
          <a:xfrm>
            <a:off x="0" y="12921"/>
            <a:ext cx="12192000" cy="6858000"/>
          </a:xfrm>
          <a:prstGeom prst="rect">
            <a:avLst/>
          </a:prstGeom>
        </p:spPr>
      </p:pic>
      <p:sp>
        <p:nvSpPr>
          <p:cNvPr id="18" name="CuadroTexto 17">
            <a:extLst>
              <a:ext uri="{FF2B5EF4-FFF2-40B4-BE49-F238E27FC236}">
                <a16:creationId xmlns:a16="http://schemas.microsoft.com/office/drawing/2014/main" id="{64ADBD0B-A579-6715-83E5-1E88E1B9C50A}"/>
              </a:ext>
            </a:extLst>
          </p:cNvPr>
          <p:cNvSpPr txBox="1"/>
          <p:nvPr/>
        </p:nvSpPr>
        <p:spPr>
          <a:xfrm>
            <a:off x="5039614" y="6599645"/>
            <a:ext cx="2664512" cy="307777"/>
          </a:xfrm>
          <a:prstGeom prst="rect">
            <a:avLst/>
          </a:prstGeom>
          <a:noFill/>
        </p:spPr>
        <p:txBody>
          <a:bodyPr wrap="none" rtlCol="0">
            <a:spAutoFit/>
          </a:bodyPr>
          <a:lstStyle/>
          <a:p>
            <a:r>
              <a:rPr lang="es-CO" sz="1400" b="1" dirty="0" err="1">
                <a:solidFill>
                  <a:schemeClr val="bg1"/>
                </a:solidFill>
                <a:latin typeface="Nunito Sans ExtraBold" pitchFamily="2" charset="0"/>
              </a:rPr>
              <a:t>www.supertransporte.gov.co</a:t>
            </a:r>
            <a:endParaRPr lang="es-CO" sz="1400" b="1" dirty="0">
              <a:solidFill>
                <a:schemeClr val="bg1"/>
              </a:solidFill>
              <a:latin typeface="Nunito Sans ExtraBold" pitchFamily="2" charset="0"/>
            </a:endParaRPr>
          </a:p>
        </p:txBody>
      </p:sp>
      <p:sp>
        <p:nvSpPr>
          <p:cNvPr id="6" name="CuadroTexto 5">
            <a:extLst>
              <a:ext uri="{FF2B5EF4-FFF2-40B4-BE49-F238E27FC236}">
                <a16:creationId xmlns:a16="http://schemas.microsoft.com/office/drawing/2014/main" id="{166A06C8-3388-649B-8712-280A07C41FBB}"/>
              </a:ext>
            </a:extLst>
          </p:cNvPr>
          <p:cNvSpPr txBox="1"/>
          <p:nvPr/>
        </p:nvSpPr>
        <p:spPr>
          <a:xfrm>
            <a:off x="0" y="6501353"/>
            <a:ext cx="6097978" cy="369332"/>
          </a:xfrm>
          <a:prstGeom prst="rect">
            <a:avLst/>
          </a:prstGeom>
          <a:noFill/>
        </p:spPr>
        <p:txBody>
          <a:bodyPr wrap="square">
            <a:spAutoFit/>
          </a:bodyPr>
          <a:lstStyle/>
          <a:p>
            <a:r>
              <a:rPr lang="es-MX" sz="900" dirty="0">
                <a:ln w="0"/>
                <a:latin typeface="Nunito Sans ExtraBold" pitchFamily="2" charset="0"/>
                <a:cs typeface="Arial" panose="020B0604020202020204" pitchFamily="34" charset="0"/>
              </a:rPr>
              <a:t>GCM-FR-005</a:t>
            </a:r>
          </a:p>
          <a:p>
            <a:r>
              <a:rPr lang="es-MX" sz="900" b="0" cap="none" spc="0" dirty="0">
                <a:ln w="0"/>
                <a:solidFill>
                  <a:schemeClr val="tx1"/>
                </a:solidFill>
                <a:latin typeface="Nunito Sans ExtraBold" pitchFamily="2" charset="0"/>
                <a:cs typeface="Arial" panose="020B0604020202020204" pitchFamily="34" charset="0"/>
              </a:rPr>
              <a:t>V1 – 23 –may-2023</a:t>
            </a:r>
            <a:endParaRPr lang="es-CO" sz="900" dirty="0">
              <a:latin typeface="Nunito Sans ExtraBold" pitchFamily="2" charset="0"/>
            </a:endParaRPr>
          </a:p>
        </p:txBody>
      </p:sp>
      <p:sp>
        <p:nvSpPr>
          <p:cNvPr id="3" name="Título 1">
            <a:extLst>
              <a:ext uri="{FF2B5EF4-FFF2-40B4-BE49-F238E27FC236}">
                <a16:creationId xmlns:a16="http://schemas.microsoft.com/office/drawing/2014/main" id="{D1F3B969-37F0-A924-4F2D-1C82D201A3EE}"/>
              </a:ext>
            </a:extLst>
          </p:cNvPr>
          <p:cNvSpPr txBox="1">
            <a:spLocks noChangeArrowheads="1"/>
          </p:cNvSpPr>
          <p:nvPr/>
        </p:nvSpPr>
        <p:spPr bwMode="auto">
          <a:xfrm>
            <a:off x="144544" y="5011444"/>
            <a:ext cx="5762770" cy="82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248" tIns="44108" rIns="88248" bIns="44108" anchor="ctr"/>
          <a:lstStyle>
            <a:defPPr>
              <a:defRPr lang="es-CO"/>
            </a:defPPr>
            <a:lvl1pPr marL="105715" algn="ctr">
              <a:buClr>
                <a:srgbClr val="000000"/>
              </a:buClr>
              <a:buFont typeface="Arial" panose="020B0604020202020204" pitchFamily="34" charset="0"/>
              <a:defRPr sz="5225" b="1">
                <a:solidFill>
                  <a:srgbClr val="92D050"/>
                </a:solidFill>
                <a:latin typeface="Work Sans" panose="020B0604020202020204" charset="0"/>
                <a:cs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defRPr>
            </a:lvl9pPr>
          </a:lstStyle>
          <a:p>
            <a:pPr algn="just"/>
            <a:endParaRPr lang="es-ES" sz="1200" dirty="0">
              <a:solidFill>
                <a:srgbClr val="00243C"/>
              </a:solidFill>
              <a:latin typeface="Nunito Sans ExtraBold" pitchFamily="2" charset="0"/>
              <a:sym typeface="Work Sans Light" pitchFamily="2" charset="0"/>
            </a:endParaRPr>
          </a:p>
          <a:p>
            <a:pPr marL="0" algn="just">
              <a:lnSpc>
                <a:spcPct val="90000"/>
              </a:lnSpc>
              <a:spcAft>
                <a:spcPts val="600"/>
              </a:spcAft>
            </a:pPr>
            <a:endParaRPr lang="en-US" sz="1200" b="1" dirty="0">
              <a:solidFill>
                <a:srgbClr val="00243C"/>
              </a:solidFill>
              <a:effectLst>
                <a:outerShdw blurRad="38100" dist="38100" dir="2700000" algn="tl">
                  <a:srgbClr val="000000">
                    <a:alpha val="43137"/>
                  </a:srgbClr>
                </a:outerShdw>
              </a:effectLst>
            </a:endParaRPr>
          </a:p>
          <a:p>
            <a:pPr marL="0" algn="just">
              <a:lnSpc>
                <a:spcPct val="90000"/>
              </a:lnSpc>
              <a:spcAft>
                <a:spcPts val="600"/>
              </a:spcAft>
            </a:pPr>
            <a:endParaRPr lang="en-US" sz="1200" dirty="0">
              <a:solidFill>
                <a:srgbClr val="00243C"/>
              </a:solidFill>
              <a:effectLst>
                <a:outerShdw blurRad="38100" dist="38100" dir="2700000" algn="tl">
                  <a:srgbClr val="000000">
                    <a:alpha val="43137"/>
                  </a:srgbClr>
                </a:outerShdw>
              </a:effectLst>
            </a:endParaRPr>
          </a:p>
          <a:p>
            <a:pPr marL="0" algn="just">
              <a:lnSpc>
                <a:spcPct val="90000"/>
              </a:lnSpc>
              <a:spcAft>
                <a:spcPts val="600"/>
              </a:spcAft>
            </a:pPr>
            <a:endParaRPr lang="en-US" sz="1200" dirty="0">
              <a:solidFill>
                <a:srgbClr val="00243C"/>
              </a:solidFill>
              <a:effectLst>
                <a:outerShdw blurRad="38100" dist="38100" dir="2700000" algn="tl">
                  <a:srgbClr val="000000">
                    <a:alpha val="43137"/>
                  </a:srgbClr>
                </a:outerShdw>
              </a:effectLst>
            </a:endParaRPr>
          </a:p>
          <a:p>
            <a:pPr marL="0" algn="just">
              <a:lnSpc>
                <a:spcPct val="90000"/>
              </a:lnSpc>
              <a:spcAft>
                <a:spcPts val="600"/>
              </a:spcAft>
            </a:pPr>
            <a:r>
              <a:rPr lang="es-CO" sz="1200" b="1" dirty="0">
                <a:solidFill>
                  <a:srgbClr val="00243C"/>
                </a:solidFill>
                <a:effectLst>
                  <a:outerShdw blurRad="38100" dist="38100" dir="2700000" algn="tl">
                    <a:srgbClr val="000000">
                      <a:alpha val="43137"/>
                    </a:srgbClr>
                  </a:outerShdw>
                </a:effectLst>
              </a:rPr>
              <a:t>Dirección</a:t>
            </a:r>
            <a:r>
              <a:rPr lang="en-US" sz="1200" dirty="0">
                <a:solidFill>
                  <a:srgbClr val="00243C"/>
                </a:solidFill>
                <a:effectLst>
                  <a:outerShdw blurRad="38100" dist="38100" dir="2700000" algn="tl">
                    <a:srgbClr val="000000">
                      <a:alpha val="43137"/>
                    </a:srgbClr>
                  </a:outerShdw>
                </a:effectLst>
              </a:rPr>
              <a:t> de </a:t>
            </a:r>
            <a:r>
              <a:rPr lang="es-CO" sz="1200" dirty="0">
                <a:solidFill>
                  <a:srgbClr val="00243C"/>
                </a:solidFill>
                <a:effectLst>
                  <a:outerShdw blurRad="38100" dist="38100" dir="2700000" algn="tl">
                    <a:srgbClr val="000000">
                      <a:alpha val="43137"/>
                    </a:srgbClr>
                  </a:outerShdw>
                </a:effectLst>
              </a:rPr>
              <a:t>Promoción</a:t>
            </a:r>
            <a:r>
              <a:rPr lang="en-US" sz="1200" dirty="0">
                <a:solidFill>
                  <a:srgbClr val="00243C"/>
                </a:solidFill>
                <a:effectLst>
                  <a:outerShdw blurRad="38100" dist="38100" dir="2700000" algn="tl">
                    <a:srgbClr val="000000">
                      <a:alpha val="43137"/>
                    </a:srgbClr>
                  </a:outerShdw>
                </a:effectLst>
              </a:rPr>
              <a:t> y </a:t>
            </a:r>
            <a:r>
              <a:rPr lang="es-CO" sz="1200" dirty="0">
                <a:solidFill>
                  <a:srgbClr val="00243C"/>
                </a:solidFill>
                <a:effectLst>
                  <a:outerShdw blurRad="38100" dist="38100" dir="2700000" algn="tl">
                    <a:srgbClr val="000000">
                      <a:alpha val="43137"/>
                    </a:srgbClr>
                  </a:outerShdw>
                </a:effectLst>
              </a:rPr>
              <a:t>Prevención</a:t>
            </a:r>
            <a:r>
              <a:rPr lang="en-US" sz="1200" dirty="0">
                <a:solidFill>
                  <a:srgbClr val="00243C"/>
                </a:solidFill>
                <a:effectLst>
                  <a:outerShdw blurRad="38100" dist="38100" dir="2700000" algn="tl">
                    <a:srgbClr val="000000">
                      <a:alpha val="43137"/>
                    </a:srgbClr>
                  </a:outerShdw>
                </a:effectLst>
              </a:rPr>
              <a:t> de </a:t>
            </a:r>
            <a:r>
              <a:rPr lang="es-CO" sz="1200" dirty="0">
                <a:solidFill>
                  <a:srgbClr val="00243C"/>
                </a:solidFill>
                <a:effectLst>
                  <a:outerShdw blurRad="38100" dist="38100" dir="2700000" algn="tl">
                    <a:srgbClr val="000000">
                      <a:alpha val="43137"/>
                    </a:srgbClr>
                  </a:outerShdw>
                </a:effectLst>
              </a:rPr>
              <a:t>Tránsito</a:t>
            </a:r>
            <a:r>
              <a:rPr lang="en-US" sz="1200" dirty="0">
                <a:solidFill>
                  <a:srgbClr val="00243C"/>
                </a:solidFill>
                <a:effectLst>
                  <a:outerShdw blurRad="38100" dist="38100" dir="2700000" algn="tl">
                    <a:srgbClr val="000000">
                      <a:alpha val="43137"/>
                    </a:srgbClr>
                  </a:outerShdw>
                </a:effectLst>
              </a:rPr>
              <a:t> y </a:t>
            </a:r>
            <a:r>
              <a:rPr lang="es-CO" sz="1200" dirty="0">
                <a:solidFill>
                  <a:srgbClr val="00243C"/>
                </a:solidFill>
                <a:effectLst>
                  <a:outerShdw blurRad="38100" dist="38100" dir="2700000" algn="tl">
                    <a:srgbClr val="000000">
                      <a:alpha val="43137"/>
                    </a:srgbClr>
                  </a:outerShdw>
                </a:effectLst>
              </a:rPr>
              <a:t>Transporte Terrestre</a:t>
            </a:r>
            <a:endParaRPr lang="en-US" sz="1200" b="1" dirty="0">
              <a:solidFill>
                <a:srgbClr val="00243C"/>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377316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4893a06-7302-4e1f-a4a9-bdbebbadba16" xsi:nil="true"/>
    <lcf76f155ced4ddcb4097134ff3c332f xmlns="0e13ca48-64f4-4e9c-aa18-779bff98b4c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493E443E1933304CA45FF4A3BAC78DA1" ma:contentTypeVersion="14" ma:contentTypeDescription="Crear nuevo documento." ma:contentTypeScope="" ma:versionID="705026a0b5d38acc679cc3f56f362ba8">
  <xsd:schema xmlns:xsd="http://www.w3.org/2001/XMLSchema" xmlns:xs="http://www.w3.org/2001/XMLSchema" xmlns:p="http://schemas.microsoft.com/office/2006/metadata/properties" xmlns:ns2="0e13ca48-64f4-4e9c-aa18-779bff98b4cf" xmlns:ns3="64893a06-7302-4e1f-a4a9-bdbebbadba16" targetNamespace="http://schemas.microsoft.com/office/2006/metadata/properties" ma:root="true" ma:fieldsID="d4df5646ffceece8080039dd70722c3d" ns2:_="" ns3:_="">
    <xsd:import namespace="0e13ca48-64f4-4e9c-aa18-779bff98b4cf"/>
    <xsd:import namespace="64893a06-7302-4e1f-a4a9-bdbebbadba1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3ca48-64f4-4e9c-aa18-779bff98b4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dbcad680-5a29-4d0b-8086-9ecf1ca567a9"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893a06-7302-4e1f-a4a9-bdbebbadba16"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TaxCatchAll" ma:index="16" nillable="true" ma:displayName="Taxonomy Catch All Column" ma:hidden="true" ma:list="{3cf695c6-61b7-40f2-bfbf-96c609bfcb64}" ma:internalName="TaxCatchAll" ma:showField="CatchAllData" ma:web="64893a06-7302-4e1f-a4a9-bdbebbadba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C969F3-3173-465B-8D32-96927B18DCE3}">
  <ds:schemaRefs>
    <ds:schemaRef ds:uri="http://schemas.microsoft.com/sharepoint/v3/contenttype/forms"/>
  </ds:schemaRefs>
</ds:datastoreItem>
</file>

<file path=customXml/itemProps2.xml><?xml version="1.0" encoding="utf-8"?>
<ds:datastoreItem xmlns:ds="http://schemas.openxmlformats.org/officeDocument/2006/customXml" ds:itemID="{F0333E04-B844-45C3-8101-12EBB2CDAC35}">
  <ds:schemaRefs>
    <ds:schemaRef ds:uri="http://schemas.microsoft.com/office/2006/metadata/properties"/>
    <ds:schemaRef ds:uri="http://schemas.microsoft.com/office/infopath/2007/PartnerControls"/>
    <ds:schemaRef ds:uri="64893a06-7302-4e1f-a4a9-bdbebbadba16"/>
    <ds:schemaRef ds:uri="0e13ca48-64f4-4e9c-aa18-779bff98b4cf"/>
  </ds:schemaRefs>
</ds:datastoreItem>
</file>

<file path=customXml/itemProps3.xml><?xml version="1.0" encoding="utf-8"?>
<ds:datastoreItem xmlns:ds="http://schemas.openxmlformats.org/officeDocument/2006/customXml" ds:itemID="{F5483FDB-995A-47F8-AEEA-B26A3B42AB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3ca48-64f4-4e9c-aa18-779bff98b4cf"/>
    <ds:schemaRef ds:uri="64893a06-7302-4e1f-a4a9-bdbebbadba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5187</TotalTime>
  <Words>792</Words>
  <Application>Microsoft Office PowerPoint</Application>
  <PresentationFormat>Panorámica</PresentationFormat>
  <Paragraphs>103</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Jeisson Hernan Diaz Duarte</dc:creator>
  <cp:lastModifiedBy>NELSON DANIEL VEGA SAMACA</cp:lastModifiedBy>
  <cp:revision>173</cp:revision>
  <dcterms:created xsi:type="dcterms:W3CDTF">2023-05-23T13:24:55Z</dcterms:created>
  <dcterms:modified xsi:type="dcterms:W3CDTF">2024-09-13T13:22:02Z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0x010100493E443E1933304CA45FF4A3BAC78DA1</vt:lpwstr>
  </property>
  <property fmtid="{D5CDD505-2E9C-101B-9397-08002B2CF9AE}" pid="3" name="MSIP_Label_defa4170-0d19-0005-0004-bc88714345d2_Enabled">
    <vt:lpwstr>true</vt:lpwstr>
  </property>
  <property fmtid="{D5CDD505-2E9C-101B-9397-08002B2CF9AE}" pid="4" name="MSIP_Label_defa4170-0d19-0005-0004-bc88714345d2_SetDate">
    <vt:lpwstr>2023-07-07T19:07:34Z</vt:lpwstr>
  </property>
  <property fmtid="{D5CDD505-2E9C-101B-9397-08002B2CF9AE}" pid="5" name="MSIP_Label_defa4170-0d19-0005-0004-bc88714345d2_Method">
    <vt:lpwstr>Standard</vt:lpwstr>
  </property>
  <property fmtid="{D5CDD505-2E9C-101B-9397-08002B2CF9AE}" pid="6" name="MSIP_Label_defa4170-0d19-0005-0004-bc88714345d2_Name">
    <vt:lpwstr>defa4170-0d19-0005-0004-bc88714345d2</vt:lpwstr>
  </property>
  <property fmtid="{D5CDD505-2E9C-101B-9397-08002B2CF9AE}" pid="7" name="MSIP_Label_defa4170-0d19-0005-0004-bc88714345d2_SiteId">
    <vt:lpwstr>2b12b2e7-be83-4305-b8d3-3a24234b3baa</vt:lpwstr>
  </property>
  <property fmtid="{D5CDD505-2E9C-101B-9397-08002B2CF9AE}" pid="8" name="MSIP_Label_defa4170-0d19-0005-0004-bc88714345d2_ActionId">
    <vt:lpwstr>e9209197-7ad1-4e8f-8f83-62d8c5ca9f24</vt:lpwstr>
  </property>
  <property fmtid="{D5CDD505-2E9C-101B-9397-08002B2CF9AE}" pid="9" name="MSIP_Label_defa4170-0d19-0005-0004-bc88714345d2_ContentBits">
    <vt:lpwstr>0</vt:lpwstr>
  </property>
  <property fmtid="{D5CDD505-2E9C-101B-9397-08002B2CF9AE}" pid="10" name="MSIP_Label_79c9bbd4-2155-4c05-a8cb-143fc41f09a9_Enabled">
    <vt:lpwstr>true</vt:lpwstr>
  </property>
  <property fmtid="{D5CDD505-2E9C-101B-9397-08002B2CF9AE}" pid="11" name="MSIP_Label_79c9bbd4-2155-4c05-a8cb-143fc41f09a9_SetDate">
    <vt:lpwstr>2024-09-13T13:22:02Z</vt:lpwstr>
  </property>
  <property fmtid="{D5CDD505-2E9C-101B-9397-08002B2CF9AE}" pid="12" name="MSIP_Label_79c9bbd4-2155-4c05-a8cb-143fc41f09a9_Method">
    <vt:lpwstr>Standard</vt:lpwstr>
  </property>
  <property fmtid="{D5CDD505-2E9C-101B-9397-08002B2CF9AE}" pid="13" name="MSIP_Label_79c9bbd4-2155-4c05-a8cb-143fc41f09a9_Name">
    <vt:lpwstr>defa4170-0d19-0005-0004-bc88714345d2</vt:lpwstr>
  </property>
  <property fmtid="{D5CDD505-2E9C-101B-9397-08002B2CF9AE}" pid="14" name="MSIP_Label_79c9bbd4-2155-4c05-a8cb-143fc41f09a9_SiteId">
    <vt:lpwstr>33fa6907-21c6-4126-aa66-bcbed95361bb</vt:lpwstr>
  </property>
  <property fmtid="{D5CDD505-2E9C-101B-9397-08002B2CF9AE}" pid="15" name="MSIP_Label_79c9bbd4-2155-4c05-a8cb-143fc41f09a9_ActionId">
    <vt:lpwstr>0ce0a921-7c30-4527-8311-9b0167c124b8</vt:lpwstr>
  </property>
  <property fmtid="{D5CDD505-2E9C-101B-9397-08002B2CF9AE}" pid="16" name="MSIP_Label_79c9bbd4-2155-4c05-a8cb-143fc41f09a9_ContentBits">
    <vt:lpwstr>0</vt:lpwstr>
  </property>
</Properties>
</file>