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720" r:id="rId2"/>
    <p:sldId id="4721" r:id="rId3"/>
    <p:sldId id="4722" r:id="rId4"/>
    <p:sldId id="4723" r:id="rId5"/>
    <p:sldId id="4724" r:id="rId6"/>
    <p:sldId id="4725" r:id="rId7"/>
    <p:sldId id="4726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44C96-5E5F-0B7F-9B97-F7D9C1136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440B9-F95C-BD2A-A9D1-CB24F19E1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72F92D-D1AC-A740-850C-A00EF586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83746-9D5A-4D86-9A31-203B1ADB570B}" type="datetimeFigureOut">
              <a:rPr lang="es-CO" smtClean="0"/>
              <a:t>7/03/2024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3E9746-7776-9DB4-0EE6-B2E392C5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4363AD-CCC6-45D3-E1C8-75EF610F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8B57-C0F3-4F2F-8107-134F0CF492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7661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2DEB5-5D0D-F589-E748-FE48BEEA9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21F8AD-3F71-B6F4-0043-4251B40AA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7676A2-3FA3-6595-7A50-5B39F1D5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83746-9D5A-4D86-9A31-203B1ADB570B}" type="datetimeFigureOut">
              <a:rPr lang="es-CO" smtClean="0"/>
              <a:t>7/03/2024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9FB71D-B22A-0A49-0E9C-3C0B9C9F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216E1E-3695-DA05-BCDF-DE48643E4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8B57-C0F3-4F2F-8107-134F0CF492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1591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745DA-780A-530E-EE8F-B71D9B55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1179D1-C7E1-3FF3-1798-14A15C8F3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9F8B1C-C6D3-C356-02F4-C60251B2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83746-9D5A-4D86-9A31-203B1ADB570B}" type="datetimeFigureOut">
              <a:rPr lang="es-CO" smtClean="0"/>
              <a:t>7/03/2024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77E148-426F-7E8F-13A7-60F10D488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A5488B-B751-9807-B6F5-5D3B0C60D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8B57-C0F3-4F2F-8107-134F0CF492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0953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006EE-DE17-02C6-0B1B-BA30CD409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77A6B5-763C-179D-FCA8-BB3229732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341969-0753-E0A1-1231-DB182C716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5958DA-7C02-C700-AB98-34FE1666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83746-9D5A-4D86-9A31-203B1ADB570B}" type="datetimeFigureOut">
              <a:rPr lang="es-CO" smtClean="0"/>
              <a:t>7/03/2024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4776FA-5C02-1C9C-6DA0-4EF1B08E0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F58A9C-F1F5-06F0-5381-443DAF44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8B57-C0F3-4F2F-8107-134F0CF492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600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3E097-E3CF-0F75-047B-83FD16785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E11B72-E728-93FF-5FD7-9EC926B92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A10989-2C3A-CA91-9C9E-BA3F07BE3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439F37-0057-2BED-003F-25B0E0841C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2E89114-6C70-5A33-6D21-C9667ADFA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B45720-5619-5666-3657-59EB647CB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83746-9D5A-4D86-9A31-203B1ADB570B}" type="datetimeFigureOut">
              <a:rPr lang="es-CO" smtClean="0"/>
              <a:t>7/03/2024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A7CE03E-4949-156A-919B-4DC388BE2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13D64D7-992D-8967-F625-40264C03C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8B57-C0F3-4F2F-8107-134F0CF492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8652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E93F8-8901-7FFE-DC08-CF5F871A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AD0A01-2FE4-ACF8-9CED-083141AD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83746-9D5A-4D86-9A31-203B1ADB570B}" type="datetimeFigureOut">
              <a:rPr lang="es-CO" smtClean="0"/>
              <a:t>7/03/2024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BDCAECD-6C75-C0CD-66FB-4761F453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7A9611-4186-F5F7-D280-2E0DBC5F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8B57-C0F3-4F2F-8107-134F0CF492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834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C416A3F-E348-A049-A0A6-DE4B78983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83746-9D5A-4D86-9A31-203B1ADB570B}" type="datetimeFigureOut">
              <a:rPr lang="es-CO" smtClean="0"/>
              <a:t>7/03/2024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F74493A-313D-394E-DDC1-133CD1C1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1F2E28-9BDD-B572-FCF4-5EF4E630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8B57-C0F3-4F2F-8107-134F0CF492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563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D2334-4B3A-942A-6198-7984FF714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2E6F6-A851-D30A-935C-44A16FE37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BDF448-1D7E-37B8-13F1-91299F891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F12435-124D-7654-D7EA-6531CEEA2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83746-9D5A-4D86-9A31-203B1ADB570B}" type="datetimeFigureOut">
              <a:rPr lang="es-CO" smtClean="0"/>
              <a:t>7/03/2024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BDEE8F-D471-D6BA-D4F3-FE76C23D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7E0AFD-C433-036E-71CE-42F51864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8B57-C0F3-4F2F-8107-134F0CF492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9741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C4540-A6C6-D6BD-2CF0-94B8322E1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2FBF4B6-6126-4B58-5E93-E6719DC13B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25A292-DF93-9109-712C-6FA206A3F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215B12-06DA-9545-F48B-D29F0463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83746-9D5A-4D86-9A31-203B1ADB570B}" type="datetimeFigureOut">
              <a:rPr lang="es-CO" smtClean="0"/>
              <a:t>7/03/2024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AB061D-C2C6-DB18-866D-C04FF5319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11B8A5-6E69-CD28-DF6E-FBA33A2C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8B57-C0F3-4F2F-8107-134F0CF492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593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4BD24-8958-D648-F6DF-5B837536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0991C1-6254-6DD2-9C79-6D985EF89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F23DD3-35D5-2A26-DA71-3CFBDA54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83746-9D5A-4D86-9A31-203B1ADB570B}" type="datetimeFigureOut">
              <a:rPr lang="es-CO" smtClean="0"/>
              <a:t>7/03/2024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4ECA6F-811D-195F-F49C-65AD1C6B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1B28AE-5FC8-22BD-12AE-E82BB89C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8B57-C0F3-4F2F-8107-134F0CF492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4613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15C920-CD99-5B1E-135F-8622F4C21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7CE0FB-DE24-9B2D-6C24-39618C591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E96943-36D8-1A86-9BFB-F9EB0248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83746-9D5A-4D86-9A31-203B1ADB570B}" type="datetimeFigureOut">
              <a:rPr lang="es-CO" smtClean="0"/>
              <a:t>7/03/2024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F78C60-7A90-F6C5-9A07-66604C2AF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3E5AE8-6F3B-9816-E36A-F70B982F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C8B57-C0F3-4F2F-8107-134F0CF492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090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F21AF07-4897-6CFB-C168-899CD4CD1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C9D515-2DF0-FF93-18B7-7721068BE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438B7F-80CD-657E-2128-5574EA348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83746-9D5A-4D86-9A31-203B1ADB570B}" type="datetimeFigureOut">
              <a:rPr lang="es-CO" smtClean="0"/>
              <a:t>7/03/2024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0D080A-5926-28D0-1B51-2AE9D88A4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17052E-A55B-1EBD-C9AA-A123521F0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C8B57-C0F3-4F2F-8107-134F0CF492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704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73">
            <a:extLst>
              <a:ext uri="{FF2B5EF4-FFF2-40B4-BE49-F238E27FC236}">
                <a16:creationId xmlns:a16="http://schemas.microsoft.com/office/drawing/2014/main" id="{1F838FF7-502A-AD89-15A0-37236C3EA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261" y="0"/>
            <a:ext cx="792891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2400" b="1" dirty="0">
                <a:solidFill>
                  <a:srgbClr val="FF0000"/>
                </a:solidFill>
                <a:latin typeface="Calibri"/>
              </a:rPr>
              <a:t>Enfoque protocolos y procedimientos estandarizados  Modelos de intervención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5BDB437-2B7F-8058-CA17-BBFC1B2C0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67" y="830997"/>
            <a:ext cx="11447362" cy="52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27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73">
            <a:extLst>
              <a:ext uri="{FF2B5EF4-FFF2-40B4-BE49-F238E27FC236}">
                <a16:creationId xmlns:a16="http://schemas.microsoft.com/office/drawing/2014/main" id="{1F838FF7-502A-AD89-15A0-37236C3EA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261" y="0"/>
            <a:ext cx="792891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2400" b="1" dirty="0">
                <a:solidFill>
                  <a:srgbClr val="FF0000"/>
                </a:solidFill>
                <a:latin typeface="Calibri"/>
              </a:rPr>
              <a:t>Enfoque protocolos y procedimientos estandarizados  Modelos de intervención motos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B3A7469-C818-92CB-D1DB-FE1D64AC3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6" y="960698"/>
            <a:ext cx="11875626" cy="54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8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73">
            <a:extLst>
              <a:ext uri="{FF2B5EF4-FFF2-40B4-BE49-F238E27FC236}">
                <a16:creationId xmlns:a16="http://schemas.microsoft.com/office/drawing/2014/main" id="{1F838FF7-502A-AD89-15A0-37236C3EA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261" y="0"/>
            <a:ext cx="792891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2400" b="1" dirty="0">
                <a:solidFill>
                  <a:srgbClr val="FF0000"/>
                </a:solidFill>
                <a:latin typeface="Calibri"/>
              </a:rPr>
              <a:t>Enfoque protocolos y procedimientos estandarizados  Modelos de intervención velocidad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D013806-F4C3-93D2-DAEE-A11F4FCEC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3" y="830996"/>
            <a:ext cx="11632556" cy="550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483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73">
            <a:extLst>
              <a:ext uri="{FF2B5EF4-FFF2-40B4-BE49-F238E27FC236}">
                <a16:creationId xmlns:a16="http://schemas.microsoft.com/office/drawing/2014/main" id="{1F838FF7-502A-AD89-15A0-37236C3EA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261" y="0"/>
            <a:ext cx="792891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2400" b="1" dirty="0">
                <a:solidFill>
                  <a:srgbClr val="FF0000"/>
                </a:solidFill>
                <a:latin typeface="Calibri"/>
              </a:rPr>
              <a:t>Enfoque protocolos y procedimientos estandarizados  Modelos de intervención embriaguez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BD6C6FE-719A-7D6C-F093-76A2353EC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95" y="830996"/>
            <a:ext cx="11898775" cy="568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66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73">
            <a:extLst>
              <a:ext uri="{FF2B5EF4-FFF2-40B4-BE49-F238E27FC236}">
                <a16:creationId xmlns:a16="http://schemas.microsoft.com/office/drawing/2014/main" id="{1F838FF7-502A-AD89-15A0-37236C3EA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261" y="0"/>
            <a:ext cx="792891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2400" b="1" dirty="0">
                <a:solidFill>
                  <a:srgbClr val="FF0000"/>
                </a:solidFill>
                <a:latin typeface="Calibri"/>
              </a:rPr>
              <a:t>Enfoque protocolos y procedimientos estandarizados  Modelos de intervención accidentes de tránsito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E412374-6DE7-14DB-7478-80D7DC17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60699"/>
            <a:ext cx="11945072" cy="566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49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73">
            <a:extLst>
              <a:ext uri="{FF2B5EF4-FFF2-40B4-BE49-F238E27FC236}">
                <a16:creationId xmlns:a16="http://schemas.microsoft.com/office/drawing/2014/main" id="{1F838FF7-502A-AD89-15A0-37236C3EA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261" y="0"/>
            <a:ext cx="792891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2400" b="1" dirty="0">
                <a:solidFill>
                  <a:srgbClr val="FF0000"/>
                </a:solidFill>
                <a:latin typeface="Calibri"/>
              </a:rPr>
              <a:t>Enfoque protocolos y procedimientos estandarizados  Modelos de intervención accidentes de tránsito 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9BDB282-04F0-B4C7-2C24-3DC6C269F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47" y="1030146"/>
            <a:ext cx="11748304" cy="539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6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73">
            <a:extLst>
              <a:ext uri="{FF2B5EF4-FFF2-40B4-BE49-F238E27FC236}">
                <a16:creationId xmlns:a16="http://schemas.microsoft.com/office/drawing/2014/main" id="{1F838FF7-502A-AD89-15A0-37236C3EA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261" y="0"/>
            <a:ext cx="792891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2400" b="1" dirty="0">
                <a:solidFill>
                  <a:srgbClr val="FF0000"/>
                </a:solidFill>
                <a:latin typeface="Calibri"/>
              </a:rPr>
              <a:t>Enfoque protocolos y procedimientos estandarizados  Modelos de intervención accidentes de tránsito 3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AC1311-0D8A-60EF-DA9B-313A1904E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7" y="830997"/>
            <a:ext cx="11759878" cy="555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521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</Words>
  <Application>Microsoft Office PowerPoint</Application>
  <PresentationFormat>Panorámica</PresentationFormat>
  <Paragraphs>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NELSON DANIEL VEGA SAMACA</dc:creator>
  <cp:lastModifiedBy>NELSON DANIEL VEGA SAMACA</cp:lastModifiedBy>
  <cp:revision>1</cp:revision>
  <dcterms:created xsi:type="dcterms:W3CDTF">2024-03-07T15:53:41Z</dcterms:created>
  <dcterms:modified xsi:type="dcterms:W3CDTF">2024-03-07T15:54:41Z</dcterms:modified>
</cp:coreProperties>
</file>