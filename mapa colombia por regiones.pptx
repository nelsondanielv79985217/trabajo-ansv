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3" d="100"/>
          <a:sy n="83" d="100"/>
        </p:scale>
        <p:origin x="120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E293E4-E696-7727-AFE2-29B47EFC64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A8A9576-6BCF-3577-1852-C08CC8F3BD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F0ECCBE-5815-35FD-5BE9-90BCB645D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A5417-1A42-4389-A2FE-E67B9FDB2601}" type="datetimeFigureOut">
              <a:rPr lang="es-CO" smtClean="0"/>
              <a:t>29/12/2023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C1986B3-E15A-7C4A-A94C-82F237089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AABB682-708B-8890-D783-6E5A882E6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6CFF5-9625-42E1-BB68-420E3ADA09B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84585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B00B4E-012C-AE4B-EC29-8826E0D3E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751D96-AF01-7E19-85B5-E7DA3BAF5B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D74D1E8-10D7-8F7B-53B9-21A6F8CE3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A5417-1A42-4389-A2FE-E67B9FDB2601}" type="datetimeFigureOut">
              <a:rPr lang="es-CO" smtClean="0"/>
              <a:t>29/12/2023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D546FD-0473-49A8-4A87-C7F3D1988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95DCD1-3C99-EC5B-A4D7-D89111B6D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6CFF5-9625-42E1-BB68-420E3ADA09B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71075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C17DA5-D339-D394-0E22-D0B6E6459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60F8F5A-F0E8-12E8-B9BC-51935B838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EC4B257-3FB7-A4DB-A41C-3A8BC7441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A5417-1A42-4389-A2FE-E67B9FDB2601}" type="datetimeFigureOut">
              <a:rPr lang="es-CO" smtClean="0"/>
              <a:t>29/12/2023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D0A73D-5B7F-B4A2-ACDE-EDA169821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62D2A14-B868-D36D-52F3-0EA30818D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6CFF5-9625-42E1-BB68-420E3ADA09B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53712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106C82-20D6-7625-E019-46305A38A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E8FED54-1758-E6A1-16E6-5B827CC815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277BA55-013A-82BB-4E1B-D73E65619A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4386D7-42A9-40E9-BEC4-C649553D6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A5417-1A42-4389-A2FE-E67B9FDB2601}" type="datetimeFigureOut">
              <a:rPr lang="es-CO" smtClean="0"/>
              <a:t>29/12/2023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3A6F71E-E62E-DA25-C91B-4B296FF90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207F0D0-8A9D-856B-228E-7A591A75A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6CFF5-9625-42E1-BB68-420E3ADA09B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32948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B8672D-F896-4685-0867-EC0B01AC0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D8C5A0D-0895-4D33-601B-E6E5FC033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B6A070A-88E1-FBD2-A6DD-8848B6558F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0E89A33-6FF1-A826-AEE8-9252171237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2413BB4-94F0-63CF-4586-F56916D831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DBCAA94-9065-8D40-BACA-BAD198648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A5417-1A42-4389-A2FE-E67B9FDB2601}" type="datetimeFigureOut">
              <a:rPr lang="es-CO" smtClean="0"/>
              <a:t>29/12/2023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6F62BEC-25C0-1918-A803-0807E7765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9CFA860-4427-F363-8B79-51AE3EED6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6CFF5-9625-42E1-BB68-420E3ADA09B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81577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18EA71-C578-86D1-6918-5AAE98823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FED202F-7A03-C3D9-9DBB-A6D33E008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A5417-1A42-4389-A2FE-E67B9FDB2601}" type="datetimeFigureOut">
              <a:rPr lang="es-CO" smtClean="0"/>
              <a:t>29/12/2023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D040F21-CF4E-B7E2-3B8B-6D852D9D9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486D3F2-C8DD-4D2E-263F-5B47AFC43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6CFF5-9625-42E1-BB68-420E3ADA09B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05307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94172C3-1553-617E-8855-D944BCD77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A5417-1A42-4389-A2FE-E67B9FDB2601}" type="datetimeFigureOut">
              <a:rPr lang="es-CO" smtClean="0"/>
              <a:t>29/12/2023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1AFD199-EAE8-ED82-7DC5-C71560016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048B146-84FA-F6F4-8C74-B5382A06E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6CFF5-9625-42E1-BB68-420E3ADA09B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21984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C5AD64-1DBA-A129-1AD1-0F6FD9C5B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62756FD-D1D1-3F22-0E57-8BD551F564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CCB1375-E693-ECF5-BFB4-C949A85EAB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6317F97-B24B-6FB5-C8D9-91F95FCFE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A5417-1A42-4389-A2FE-E67B9FDB2601}" type="datetimeFigureOut">
              <a:rPr lang="es-CO" smtClean="0"/>
              <a:t>29/12/2023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CEAA267-DADD-7DFC-DFB3-AFFA27CF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56D4B6F-5132-A250-A906-AF6298198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6CFF5-9625-42E1-BB68-420E3ADA09B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73035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F13321-2A95-9E72-2BB0-4D733F71D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C1B1742-BDDD-9D89-733F-A753811383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0793242-412C-4366-BBD8-07F68FE74A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0CE17B3-F0ED-9C45-74D2-7AA54FC0F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A5417-1A42-4389-A2FE-E67B9FDB2601}" type="datetimeFigureOut">
              <a:rPr lang="es-CO" smtClean="0"/>
              <a:t>29/12/2023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63B8D27-BB43-4150-D04C-94E440A4D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7C40D42-490C-A62E-3860-4F9EC101E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6CFF5-9625-42E1-BB68-420E3ADA09B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30975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F6B1C5-3666-64F7-DEA7-AC3FC4ED2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E685992-988B-1C8E-86EA-4C09B48F4D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BB3553-C0B7-5B0B-F4A8-D8249BA09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A5417-1A42-4389-A2FE-E67B9FDB2601}" type="datetimeFigureOut">
              <a:rPr lang="es-CO" smtClean="0"/>
              <a:t>29/12/2023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E54A053-3F61-17C7-947C-D9980B4C3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E74125-AF1B-CDF7-17CE-7922E36BF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6CFF5-9625-42E1-BB68-420E3ADA09B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31363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018DB8D-2E40-3765-2CEB-BE75EFBB1C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30F0C85-F013-5C53-0F01-9658E63918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D551C2-F228-3A2C-5087-FF14F1BA6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A5417-1A42-4389-A2FE-E67B9FDB2601}" type="datetimeFigureOut">
              <a:rPr lang="es-CO" smtClean="0"/>
              <a:t>29/12/2023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C9E9EE6-1A8B-EA16-68A5-156F12382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A9E7D8-11B8-C8ED-EEC3-72783CB4D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6CFF5-9625-42E1-BB68-420E3ADA09B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75486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B6F9B6A-7DD5-C8E2-BDE0-35C348E0B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33672F3-15A3-DB9D-9863-1EA7A65AF7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4D12ED0-CCB7-D557-9949-8920A1B3B7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CA5417-1A42-4389-A2FE-E67B9FDB2601}" type="datetimeFigureOut">
              <a:rPr lang="es-CO" smtClean="0"/>
              <a:t>29/12/2023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B685332-4F27-CAC3-2977-4E96BFFEE0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B18677D-7C65-3746-9547-4384DB9C5A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86CFF5-9625-42E1-BB68-420E3ADA09B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08269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3F7E65-E267-D717-3187-35383213C8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F85E558-7C63-1E46-B1DC-34587817B7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F83A805-AAA4-E1E0-4B6A-9894F52830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6563" y="1081088"/>
            <a:ext cx="6238875" cy="469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31603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Nelson Daniel Vega Samaca</dc:creator>
  <cp:lastModifiedBy>Nelson Daniel Vega Samaca</cp:lastModifiedBy>
  <cp:revision>1</cp:revision>
  <dcterms:created xsi:type="dcterms:W3CDTF">2023-12-29T20:36:05Z</dcterms:created>
  <dcterms:modified xsi:type="dcterms:W3CDTF">2023-12-29T20:36:31Z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9c9bbd4-2155-4c05-a8cb-143fc41f09a9_Enabled">
    <vt:lpwstr>true</vt:lpwstr>
  </property>
  <property fmtid="{D5CDD505-2E9C-101B-9397-08002B2CF9AE}" pid="3" name="MSIP_Label_79c9bbd4-2155-4c05-a8cb-143fc41f09a9_SetDate">
    <vt:lpwstr>2023-12-29T20:36:12Z</vt:lpwstr>
  </property>
  <property fmtid="{D5CDD505-2E9C-101B-9397-08002B2CF9AE}" pid="4" name="MSIP_Label_79c9bbd4-2155-4c05-a8cb-143fc41f09a9_Method">
    <vt:lpwstr>Standard</vt:lpwstr>
  </property>
  <property fmtid="{D5CDD505-2E9C-101B-9397-08002B2CF9AE}" pid="5" name="MSIP_Label_79c9bbd4-2155-4c05-a8cb-143fc41f09a9_Name">
    <vt:lpwstr>defa4170-0d19-0005-0004-bc88714345d2</vt:lpwstr>
  </property>
  <property fmtid="{D5CDD505-2E9C-101B-9397-08002B2CF9AE}" pid="6" name="MSIP_Label_79c9bbd4-2155-4c05-a8cb-143fc41f09a9_SiteId">
    <vt:lpwstr>33fa6907-21c6-4126-aa66-bcbed95361bb</vt:lpwstr>
  </property>
  <property fmtid="{D5CDD505-2E9C-101B-9397-08002B2CF9AE}" pid="7" name="MSIP_Label_79c9bbd4-2155-4c05-a8cb-143fc41f09a9_ActionId">
    <vt:lpwstr>b9987e01-2bab-4f72-a2e6-3d2a74d89bf1</vt:lpwstr>
  </property>
  <property fmtid="{D5CDD505-2E9C-101B-9397-08002B2CF9AE}" pid="8" name="MSIP_Label_79c9bbd4-2155-4c05-a8cb-143fc41f09a9_ContentBits">
    <vt:lpwstr>0</vt:lpwstr>
  </property>
</Properties>
</file>